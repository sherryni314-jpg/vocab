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30" r:id="rId2"/>
    <p:sldId id="333" r:id="rId3"/>
    <p:sldId id="335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4472C4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07" autoAdjust="0"/>
    <p:restoredTop sz="93775" autoAdjust="0"/>
  </p:normalViewPr>
  <p:slideViewPr>
    <p:cSldViewPr snapToGrid="0">
      <p:cViewPr varScale="1">
        <p:scale>
          <a:sx n="109" d="100"/>
          <a:sy n="109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go down the slide</a:t>
            </a:r>
          </a:p>
          <a:p>
            <a:r>
              <a:rPr lang="en-US"/>
              <a:t>The economy is on the slide (= getting worse).</a:t>
            </a:r>
          </a:p>
          <a:p>
            <a:r>
              <a:rPr lang="en-US"/>
              <a:t>经济日益衰退。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69570" y="144145"/>
            <a:ext cx="11453495" cy="3634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slide v.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1) </a:t>
            </a: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to move easily over a smooth or wet surface; to make sth move in this way 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</a:rPr>
              <a:t>滑动，使滑动</a:t>
            </a:r>
          </a:p>
          <a:p>
            <a:pPr>
              <a:lnSpc>
                <a:spcPct val="120000"/>
              </a:lnSpc>
            </a:pPr>
            <a:endParaRPr lang="zh-CN" altLang="en-US" sz="3200" b="1" i="1" dirty="0"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slid the door open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她滑开了门。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automatic doors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slid open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Tears were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sliding down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his cheeks.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69570" y="144145"/>
            <a:ext cx="11453495" cy="5406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slide v.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to move quickly and quietly, for example in order not to be noticed; to make sth move in this way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（使）快捷而悄声地移动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slid the wallet into his pocket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我把钱包麻利地塞进了他的口袋。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slid into bed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他不声不响地钻进被子。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slid out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while no one was looking.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她趁着没人看见溜了出去。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69570" y="144145"/>
            <a:ext cx="11453495" cy="5406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slide v.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to move gradually into a worse situation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衰落（成）；逐渐陷入；逐渐衰退（到）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industry has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slid into decline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这个行业已成</a:t>
            </a:r>
            <a:r>
              <a:rPr 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衰退之势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They were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sliding towards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bankruptcy.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他们正逐渐濒临破产。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got depressed and began to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let things slide.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得过且过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slide into bad habits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逐渐染上坏习惯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had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slid into depression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3200" b="1" u="sng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702425" y="1297940"/>
            <a:ext cx="548894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economy is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 the slide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Macintosh PowerPoint</Application>
  <PresentationFormat>Widescreen</PresentationFormat>
  <Paragraphs>25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Times New Roman Bold Italic</vt:lpstr>
      <vt:lpstr>Arial</vt:lpstr>
      <vt:lpstr>Calibri</vt:lpstr>
      <vt:lpstr>Calibri Light</vt:lpstr>
      <vt:lpstr>Times New Roman</vt:lpstr>
      <vt:lpstr>Office 主题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Qing NI</cp:lastModifiedBy>
  <cp:revision>212</cp:revision>
  <dcterms:created xsi:type="dcterms:W3CDTF">2024-03-26T08:37:44Z</dcterms:created>
  <dcterms:modified xsi:type="dcterms:W3CDTF">2026-07-22T14:14:23Z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3AE7C6A5A03A74A174430864C0E39146_42</vt:lpwstr>
  </property>
  <property fmtid="{D5CDD505-2E9C-101B-9397-08002B2CF9AE}" pid="3" name="KSOProductBuildVer">
    <vt:lpwstr>1033-6.5.2.8766</vt:lpwstr>
  </property>
</Properties>
</file>