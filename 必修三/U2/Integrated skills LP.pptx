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"/>
  </p:notesMasterIdLst>
  <p:sldIdLst>
    <p:sldId id="476" r:id="rId3"/>
    <p:sldId id="477" r:id="rId4"/>
    <p:sldId id="478" r:id="rId5"/>
    <p:sldId id="488" r:id="rId6"/>
    <p:sldId id="479" r:id="rId7"/>
    <p:sldId id="490" r:id="rId8"/>
    <p:sldId id="48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000FF"/>
    <a:srgbClr val="FFC000"/>
    <a:srgbClr val="9933FF"/>
    <a:srgbClr val="0A74F9"/>
    <a:srgbClr val="0093DB"/>
    <a:srgbClr val="005AA5"/>
    <a:srgbClr val="FEFEFE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come doing sth </a:t>
            </a:r>
            <a:r>
              <a:rPr lang="zh-CN" altLang="en-US">
                <a:sym typeface="+mn-ea"/>
              </a:rPr>
              <a:t>方式状语</a:t>
            </a:r>
            <a:endParaRPr lang="zh-CN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come doing sth </a:t>
            </a:r>
            <a:r>
              <a:rPr lang="zh-CN" altLang="en-US">
                <a:sym typeface="+mn-ea"/>
              </a:rPr>
              <a:t>方式状语</a:t>
            </a:r>
            <a:endParaRPr lang="zh-CN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The room was flooded with evening light.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The room was flooded with evening light.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The room was flooded with evening light.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61010" y="1061085"/>
            <a:ext cx="11269980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Arial Bold Italic" panose="020B0604020202090204" charset="0"/>
                <a:cs typeface="Arial Bold Italic" panose="020B0604020202090204" charset="0"/>
              </a:rPr>
              <a:t>Caught in a flood </a:t>
            </a:r>
            <a:r>
              <a:rPr lang="zh-CN" altLang="en-US" sz="3200" b="1" i="1" dirty="0">
                <a:solidFill>
                  <a:srgbClr val="0000FF"/>
                </a:solidFill>
                <a:latin typeface="Arial Bold Italic" panose="020B0604020202090204" charset="0"/>
                <a:cs typeface="Arial Bold Italic" panose="020B0604020202090204" charset="0"/>
              </a:rPr>
              <a:t>洪水险情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be/get caught in sth.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= </a:t>
            </a: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happen unexpectedly and put sb in a difficult situation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突然遭受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got caught in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 thunderstorm.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caught up in sth.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= </a:t>
            </a: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become involved in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被卷入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Innocent passers-by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got caught up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in the riots.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was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suddenly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caught up in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party fever.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61010" y="430530"/>
            <a:ext cx="1147635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(1) cn./un.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洪水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 damage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洪涝灾害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river is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flood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河水泛滥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Last summer, the village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suffered the worst floods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for over fifty years.</a:t>
            </a:r>
          </a:p>
          <a:p>
            <a:pPr lvl="1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(2) cn. large number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大量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flood of/floods of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complaints/memories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child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floods of tears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58140" y="282575"/>
            <a:ext cx="11476355" cy="304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(3)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vi.&amp;vt.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place floods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sth floods it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, it becomes filled or covered with water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淹没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If the pipe bursts it could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whole house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river floods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whenever it rains heavily.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泛滥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rice field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were flooded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被淹没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58140" y="282575"/>
            <a:ext cx="11476355" cy="422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(4)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to arrive or go somewhere in large numbers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大量涌入；蜂拥而至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Refugees continue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 into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neighbouring countries.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Telephone calls came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flooding in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from all over the country.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（使）充满，充斥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office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was flooded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applications for the job.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挤满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Cheap imported goods are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ing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market.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充斥着市场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58140" y="725805"/>
            <a:ext cx="11476355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5)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vi.&amp;vt. to affect sb suddenly and strongly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（感情，思想）充满</a:t>
            </a:r>
            <a:endParaRPr lang="zh-CN" alt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great sense of relief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flooded over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him.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(Emotion) floods over sb.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Memories of her childhood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came flooding back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(6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vi.&amp;vt. to spread suddenly into sth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（光，颜色）照进，覆盖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drew the curtains and the sunlight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flooded in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looked away as the colour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flooded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her cheeks.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29895" y="375285"/>
            <a:ext cx="1162113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moving water could wash the car away!”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if the situation is different, what would happen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否则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apart from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除此以外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in a different way to the way mentioned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以其他方式</a:t>
            </a:r>
          </a:p>
          <a:p>
            <a:pPr lvl="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Shut the window,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it’ll get too cold in here.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was some music playing upstairs.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house was silent.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Lang Ping,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known as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“Iron Hammer”, is one of the best volleyball coaches in the world.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29895" y="375285"/>
            <a:ext cx="11621135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moving water could wash the car away!”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if the situation is different, what would happen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否则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apart from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除此以外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i="1" dirty="0">
                <a:solidFill>
                  <a:srgbClr val="4472C4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in a different way to the way mentioned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以其他方式</a:t>
            </a:r>
          </a:p>
          <a:p>
            <a:pPr lvl="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You know what this is about, why pretend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otherwise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? (=that you do not know)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 could get there somehow, by train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 otherwise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Widescreen</PresentationFormat>
  <Paragraphs>54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 Bold Italic</vt:lpstr>
      <vt:lpstr>等线</vt:lpstr>
      <vt:lpstr>等线 Light</vt:lpstr>
      <vt:lpstr>Times New Roman Bold</vt:lpstr>
      <vt:lpstr>Times New Roman Bold Italic</vt:lpstr>
      <vt:lpstr>Arial</vt:lpstr>
      <vt:lpstr>Calibri</vt:lpstr>
      <vt:lpstr>Office 主题​​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108</cp:revision>
  <dcterms:created xsi:type="dcterms:W3CDTF">2024-03-20T09:35:36Z</dcterms:created>
  <dcterms:modified xsi:type="dcterms:W3CDTF">2026-07-22T13:26:32Z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EB6E9DA13FA40B768FAC0564D0FF7187_42</vt:lpwstr>
  </property>
  <property fmtid="{D5CDD505-2E9C-101B-9397-08002B2CF9AE}" pid="3" name="KSOProductBuildVer">
    <vt:lpwstr>1033-6.5.2.8766</vt:lpwstr>
  </property>
</Properties>
</file>