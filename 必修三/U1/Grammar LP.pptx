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4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6"/>
  </p:notesMasterIdLst>
  <p:sldIdLst>
    <p:sldId id="573" r:id="rId2"/>
    <p:sldId id="574" r:id="rId3"/>
    <p:sldId id="575" r:id="rId4"/>
    <p:sldId id="576" r:id="rId5"/>
    <p:sldId id="577" r:id="rId6"/>
    <p:sldId id="578" r:id="rId7"/>
    <p:sldId id="586" r:id="rId8"/>
    <p:sldId id="579" r:id="rId9"/>
    <p:sldId id="580" r:id="rId10"/>
    <p:sldId id="581" r:id="rId11"/>
    <p:sldId id="582" r:id="rId12"/>
    <p:sldId id="583" r:id="rId13"/>
    <p:sldId id="584" r:id="rId14"/>
    <p:sldId id="585" r:id="rId15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0" clrIdx="0"/>
  <p:cmAuthor id="7" name="1206988966@qq.com" initials="1" lastIdx="0" clrIdx="2"/>
  <p:cmAuthor id="1" name="Wangzhi gang" initials="Wg" lastIdx="0" clrIdx="0"/>
  <p:cmAuthor id="8" name="姜伟光" initials="姜" lastIdx="0" clrIdx="0"/>
  <p:cmAuthor id="2" name="作者" initials="A" lastIdx="0" clrIdx="1"/>
  <p:cmAuthor id="3" name="lenovo" initials="l" lastIdx="0" clrIdx="2"/>
  <p:cmAuthor id="4" name="Administrator" initials="A" lastIdx="0" clrIdx="3"/>
  <p:cmAuthor id="5" name="宋洁然" initials="宋" lastIdx="0" clrIdx="1"/>
  <p:cmAuthor id="6" name="ming qiu" initials="m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33FF"/>
    <a:srgbClr val="00CC66"/>
    <a:srgbClr val="FFFFCC"/>
    <a:srgbClr val="E9EBF5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come up = be mentioned or discussed</a:t>
            </a:r>
          </a:p>
          <a:p>
            <a:r>
              <a:rPr lang="en-US"/>
              <a:t>to happen, to rise</a:t>
            </a:r>
          </a:p>
          <a:p>
            <a:r>
              <a:rPr lang="en-US"/>
              <a:t>call 911 if emergencies come up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fill in/out an application </a:t>
            </a:r>
            <a:r>
              <a:rPr lang="zh-CN" altLang="en-US"/>
              <a:t>填写申请表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fill in/out an application </a:t>
            </a:r>
            <a:r>
              <a:rPr lang="zh-CN" altLang="en-US"/>
              <a:t>填写申请表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that calls for a celebration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1.xml"/><Relationship Id="rId7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3.png"/><Relationship Id="rId5" Type="http://schemas.openxmlformats.org/officeDocument/2006/relationships/tags" Target="../tags/tag39.xml"/><Relationship Id="rId10" Type="http://schemas.openxmlformats.org/officeDocument/2006/relationships/image" Target="../media/image2.png"/><Relationship Id="rId4" Type="http://schemas.openxmlformats.org/officeDocument/2006/relationships/tags" Target="../tags/tag38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image" Target="../media/image3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2.png"/><Relationship Id="rId5" Type="http://schemas.openxmlformats.org/officeDocument/2006/relationships/tags" Target="../tags/tag4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6.xml"/><Relationship Id="rId9" Type="http://schemas.openxmlformats.org/officeDocument/2006/relationships/tags" Target="../tags/tag5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image" Target="../media/image3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2.png"/><Relationship Id="rId5" Type="http://schemas.openxmlformats.org/officeDocument/2006/relationships/tags" Target="../tags/tag5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image" Target="../media/image3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image" Target="../media/image2.png"/><Relationship Id="rId5" Type="http://schemas.openxmlformats.org/officeDocument/2006/relationships/tags" Target="../tags/tag6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2.png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3.png"/><Relationship Id="rId5" Type="http://schemas.openxmlformats.org/officeDocument/2006/relationships/tags" Target="../tags/tag85.xml"/><Relationship Id="rId10" Type="http://schemas.openxmlformats.org/officeDocument/2006/relationships/image" Target="../media/image2.png"/><Relationship Id="rId4" Type="http://schemas.openxmlformats.org/officeDocument/2006/relationships/tags" Target="../tags/tag84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2"/>
          <p:cNvSpPr>
            <a:spLocks noGrp="1"/>
          </p:cNvSpPr>
          <p:nvPr>
            <p:ph type="ctrTitle" idx="2" hasCustomPrompt="1"/>
            <p:custDataLst>
              <p:tags r:id="rId2"/>
            </p:custDataLst>
          </p:nvPr>
        </p:nvSpPr>
        <p:spPr>
          <a:xfrm>
            <a:off x="6299269" y="2095765"/>
            <a:ext cx="4825365" cy="1846659"/>
          </a:xfrm>
        </p:spPr>
        <p:txBody>
          <a:bodyPr vert="horz" wrap="square" lIns="0" tIns="0" rIns="0" bIns="0" rtlCol="0" anchor="b" anchorCtr="0">
            <a:normAutofit lnSpcReduction="1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60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汉仪乐喵体W" panose="00020600040101010101" charset="-122"/>
                <a:cs typeface="+mj-cs"/>
                <a:sym typeface="Arial" panose="020B0604020202090204" pitchFamily="34" charset="0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3" name="副标题 3"/>
          <p:cNvSpPr>
            <a:spLocks noGrp="1"/>
          </p:cNvSpPr>
          <p:nvPr>
            <p:ph type="subTitle" idx="3" hasCustomPrompt="1"/>
            <p:custDataLst>
              <p:tags r:id="rId3"/>
            </p:custDataLst>
          </p:nvPr>
        </p:nvSpPr>
        <p:spPr>
          <a:xfrm>
            <a:off x="6299269" y="4115857"/>
            <a:ext cx="4826000" cy="370205"/>
          </a:xfrm>
        </p:spPr>
        <p:txBody>
          <a:bodyPr vert="horz" wrap="square" lIns="0" tIns="0" rIns="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200" b="0" i="0" u="none" strike="noStrike" kern="1200" cap="none" spc="20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Arial" panose="020B0604020202090204" pitchFamily="34" charset="0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charset="-122"/>
                <a:ea typeface="微软雅黑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charset="-122"/>
                <a:ea typeface="微软雅黑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charset="-122"/>
                <a:ea typeface="微软雅黑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charset="-122"/>
                <a:ea typeface="微软雅黑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5153" y="1811319"/>
            <a:ext cx="2439665" cy="32353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5"/>
          <p:cNvSpPr>
            <a:spLocks noGrp="1"/>
          </p:cNvSpPr>
          <p:nvPr>
            <p:ph type="ctrTitle" idx="2" hasCustomPrompt="1"/>
            <p:custDataLst>
              <p:tags r:id="rId4"/>
            </p:custDataLst>
          </p:nvPr>
        </p:nvSpPr>
        <p:spPr>
          <a:xfrm>
            <a:off x="4521871" y="3613741"/>
            <a:ext cx="6857365" cy="58293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160" b="1" i="0" u="none" strike="noStrike" kern="1200" cap="none" spc="300" normalizeH="0" baseline="0" noProof="1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乐喵体W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副标题 7"/>
          <p:cNvSpPr>
            <a:spLocks noGrp="1"/>
          </p:cNvSpPr>
          <p:nvPr>
            <p:ph type="subTitle" idx="3" hasCustomPrompt="1"/>
            <p:custDataLst>
              <p:tags r:id="rId5"/>
            </p:custDataLst>
          </p:nvPr>
        </p:nvSpPr>
        <p:spPr>
          <a:xfrm>
            <a:off x="4521871" y="4261441"/>
            <a:ext cx="6857365" cy="1669926"/>
          </a:xfrm>
        </p:spPr>
        <p:txBody>
          <a:bodyPr vert="horz" wrap="square" lIns="0" tIns="0" rIns="0" bIns="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1600" b="0" i="0" u="none" strike="noStrike" kern="1200" cap="none" spc="200" normalizeH="0" baseline="0" noProof="1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75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sz="20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750"/>
              </a:spcAft>
              <a:buFont typeface="Arial" panose="020B0604020202090204" pitchFamily="34" charset="0"/>
              <a:buNone/>
              <a:defRPr sz="18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750"/>
              </a:spcAft>
              <a:buFont typeface="Arial" panose="020B0604020202090204" pitchFamily="34" charset="0"/>
              <a:buNone/>
              <a:defRPr sz="16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750"/>
              </a:spcAft>
              <a:buFont typeface="Arial" panose="020B0604020202090204" pitchFamily="34" charset="0"/>
              <a:buNone/>
              <a:defRPr sz="16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228" y="1234440"/>
            <a:ext cx="3309682" cy="4389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4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04687" y="2463322"/>
            <a:ext cx="4825403" cy="640394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幼圆" panose="02010509060101010101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charset="-122"/>
                <a:ea typeface="微软雅黑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charset="-122"/>
                <a:ea typeface="微软雅黑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charset="-122"/>
                <a:ea typeface="微软雅黑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charset="-122"/>
                <a:ea typeface="微软雅黑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7" name="标题 5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604053" y="3256115"/>
            <a:ext cx="4826038" cy="1138555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600" b="1" i="0" u="none" strike="noStrike" kern="1200" cap="none" spc="70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汉仪乐喵体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94600" y="302400"/>
            <a:ext cx="11602796" cy="62531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00" y="30240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310" y="58355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4827588" cy="68687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12189600" cy="26603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0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5029200"/>
            <a:ext cx="12189600" cy="182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12189600" cy="91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959400"/>
            <a:ext cx="12189600" cy="49391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61" y="-10801"/>
            <a:ext cx="1753527" cy="175352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04461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2"/>
            </p:custDataLst>
          </p:nvPr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ransition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30801" y="1039266"/>
            <a:ext cx="10720501" cy="1673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All of them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come up with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creative ideas on how to solve these problems.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他们所有人都对如何解决这些问题提出了创造性的想法。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84445" y="2688052"/>
            <a:ext cx="9765268" cy="1173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come up with: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think of an idea, answer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想到，提出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came up with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good idea.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68615" y="3790208"/>
            <a:ext cx="11270980" cy="279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come up with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及物动词短语，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人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作主语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不用于被动语态。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come up</a:t>
            </a:r>
            <a:r>
              <a:rPr lang="en-US" altLang="zh-CN" sz="3200" b="1" dirty="0">
                <a:solidFill>
                  <a:srgbClr val="401B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401B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被提到</a:t>
            </a:r>
            <a:r>
              <a:rPr lang="en-US" altLang="zh-CN" sz="3200" b="1" dirty="0">
                <a:solidFill>
                  <a:srgbClr val="401B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不及物动词短语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物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作主语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不用于被动语态。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A good idea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came up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the meeting.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会上</a:t>
            </a:r>
            <a:r>
              <a:rPr lang="zh-CN" altLang="en-US" sz="3200" b="1" dirty="0">
                <a:solidFill>
                  <a:srgbClr val="401B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提出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了一个好主意。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With Christmas ___________, people are busy decorating their Christmas trees.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随着圣诞节的</a:t>
            </a:r>
            <a:r>
              <a:rPr lang="zh-CN" altLang="en-US" sz="3200" b="1" dirty="0">
                <a:solidFill>
                  <a:srgbClr val="401B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临近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...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330" y="-1382"/>
            <a:ext cx="5862543" cy="114176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42105" y="542226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coming up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8470" y="820420"/>
            <a:ext cx="11360150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come up             </a:t>
            </a:r>
            <a:r>
              <a:rPr lang="zh-CN" altLang="en-US" sz="3200" b="1" dirty="0">
                <a:solidFill>
                  <a:srgbClr val="401B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被提到；走上前；长出地面；即将发生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(1) An old woman ___________ him and asked the way. </a:t>
            </a:r>
            <a:r>
              <a:rPr lang="zh-CN" altLang="en-US" sz="32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走上前</a:t>
            </a:r>
            <a:endParaRPr lang="zh-CN" altLang="en-US" sz="3200" b="1" dirty="0">
              <a:solidFill>
                <a:srgbClr val="401BC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(2) The seeds I sowed last week ______________yet. </a:t>
            </a:r>
            <a:r>
              <a:rPr lang="zh-CN" altLang="en-US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还没有发芽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(3) Something urgent ____ just ________, and I must attend to it immediately.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刚刚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发生了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紧急情况，我必须立即处理。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(4) He ____________ a new plan for the vacation at the meeting.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A new plan for the vacation ________ at the meeting.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He _____________ a new plan for the vacation at the meeting.    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A new plan for the vacation _______________ at the meeting.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914775" y="1386840"/>
            <a:ext cx="23609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came up to</a:t>
            </a: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859780" y="1966595"/>
            <a:ext cx="3149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haven’t come up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4356100" y="2496185"/>
            <a:ext cx="33604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has          come up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35125" y="356997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came up with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931535" y="4124960"/>
            <a:ext cx="18097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came up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896745" y="4610735"/>
            <a:ext cx="2394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put forward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931535" y="5132705"/>
            <a:ext cx="3194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was put forward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58470" y="5901690"/>
            <a:ext cx="5691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put forward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提出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可用于被动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6" name="AutoShape 4"/>
          <p:cNvSpPr>
            <a:spLocks noChangeArrowheads="1"/>
          </p:cNvSpPr>
          <p:nvPr/>
        </p:nvSpPr>
        <p:spPr bwMode="auto">
          <a:xfrm>
            <a:off x="764159" y="2787510"/>
            <a:ext cx="1223963" cy="1008063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come</a:t>
            </a:r>
          </a:p>
          <a:p>
            <a:pPr>
              <a:buFont typeface="Arial" panose="020B0604020202090204" pitchFamily="34" charset="0"/>
              <a:buNone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短语</a:t>
            </a:r>
          </a:p>
        </p:txBody>
      </p:sp>
      <p:sp>
        <p:nvSpPr>
          <p:cNvPr id="141318" name="AutoShape 6"/>
          <p:cNvSpPr>
            <a:spLocks noChangeArrowheads="1"/>
          </p:cNvSpPr>
          <p:nvPr/>
        </p:nvSpPr>
        <p:spPr bwMode="auto">
          <a:xfrm>
            <a:off x="2492488" y="5309332"/>
            <a:ext cx="8984676" cy="1026245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come out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be published; to open (flowers); to</a:t>
            </a:r>
          </a:p>
          <a:p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appear (stars, the sun); to be shown clearly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41319" name="AutoShape 7"/>
          <p:cNvSpPr/>
          <p:nvPr/>
        </p:nvSpPr>
        <p:spPr bwMode="auto">
          <a:xfrm>
            <a:off x="2016125" y="1067435"/>
            <a:ext cx="433705" cy="4710430"/>
          </a:xfrm>
          <a:prstGeom prst="leftBrace">
            <a:avLst>
              <a:gd name="adj1" fmla="val 69444"/>
              <a:gd name="adj2" fmla="val 50000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32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1320" name="AutoShape 8"/>
          <p:cNvSpPr>
            <a:spLocks noChangeArrowheads="1"/>
          </p:cNvSpPr>
          <p:nvPr/>
        </p:nvSpPr>
        <p:spPr bwMode="auto">
          <a:xfrm>
            <a:off x="2453118" y="2467831"/>
            <a:ext cx="5518150" cy="576263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Arial" panose="020B0604020202090204" pitchFamily="34" charset="0"/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come about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happen</a:t>
            </a:r>
            <a:r>
              <a:rPr lang="zh-CN" altLang="en-US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 </a:t>
            </a:r>
          </a:p>
        </p:txBody>
      </p:sp>
      <p:sp>
        <p:nvSpPr>
          <p:cNvPr id="141321" name="AutoShape 9"/>
          <p:cNvSpPr>
            <a:spLocks noChangeArrowheads="1"/>
          </p:cNvSpPr>
          <p:nvPr/>
        </p:nvSpPr>
        <p:spPr bwMode="auto">
          <a:xfrm>
            <a:off x="2453005" y="3177540"/>
            <a:ext cx="9233535" cy="57658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come across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understood; meet by chance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2501900" y="1067435"/>
            <a:ext cx="8932545" cy="1294765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come around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become conscious; pay a short visit</a:t>
            </a:r>
          </a:p>
          <a:p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 sb’s house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 </a:t>
            </a: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2453005" y="3926840"/>
            <a:ext cx="9290685" cy="1170305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come back 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return to one’s memory; become</a:t>
            </a:r>
          </a:p>
          <a:p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popular again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14" y="976034"/>
            <a:ext cx="1245691" cy="695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8" grpId="0" bldLvl="0" animBg="1"/>
      <p:bldP spid="141318" grpId="1" animBg="1"/>
      <p:bldP spid="141320" grpId="0" animBg="1"/>
      <p:bldP spid="141320" grpId="1" animBg="1"/>
      <p:bldP spid="141321" grpId="0" animBg="1"/>
      <p:bldP spid="141321" grpId="1" animBg="1"/>
      <p:bldP spid="12" grpId="0" animBg="1"/>
      <p:bldP spid="12" grpId="1" animBg="1"/>
      <p:bldP spid="18" grpId="0" bldLvl="0" animBg="1"/>
      <p:bldP spid="1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58980" y="945360"/>
            <a:ext cx="10806546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24430" indent="-242443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用含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的短语的适当形式填空。</a:t>
            </a:r>
          </a:p>
          <a:p>
            <a:pPr marL="2424430" indent="-2424430">
              <a:lnSpc>
                <a:spcPct val="120000"/>
              </a:lnSpc>
            </a:pP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3230" indent="-44323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He spoke for a long time but his meaning did not really _______________.</a:t>
            </a:r>
          </a:p>
          <a:p>
            <a:pPr marL="443230" indent="-44323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When the girl _______________, she found herself lying on the back seat of a car.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52833" y="2785134"/>
            <a:ext cx="22883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come across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45696" y="3369909"/>
            <a:ext cx="27571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came around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66799" y="908863"/>
            <a:ext cx="10141528" cy="5210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3230" indent="-443230"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Our problems ________________ because we ignored the advice of experts.</a:t>
            </a:r>
          </a:p>
          <a:p>
            <a:pPr marL="443230" indent="-443230"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Martha has left us, and there is nothing we can do to persuade her to ________________.</a:t>
            </a:r>
          </a:p>
          <a:p>
            <a:pPr marL="443230" indent="-443230"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5) When important issues ________________, the members often argue with each other fiercely.</a:t>
            </a:r>
          </a:p>
          <a:p>
            <a:pPr marL="443230" indent="-443230"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6) His book first ________________ in 1868, and soon became one of the world’s best selling novels.</a:t>
            </a:r>
          </a:p>
        </p:txBody>
      </p:sp>
      <p:sp>
        <p:nvSpPr>
          <p:cNvPr id="3" name="矩形 2"/>
          <p:cNvSpPr/>
          <p:nvPr/>
        </p:nvSpPr>
        <p:spPr>
          <a:xfrm>
            <a:off x="4473425" y="4798976"/>
            <a:ext cx="25471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came out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64450" y="1019958"/>
            <a:ext cx="23038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came about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25739" y="2899023"/>
            <a:ext cx="20425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come back</a:t>
            </a:r>
          </a:p>
        </p:txBody>
      </p:sp>
      <p:sp>
        <p:nvSpPr>
          <p:cNvPr id="6" name="矩形 5"/>
          <p:cNvSpPr/>
          <p:nvPr/>
        </p:nvSpPr>
        <p:spPr>
          <a:xfrm>
            <a:off x="6794944" y="3483798"/>
            <a:ext cx="17572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come up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95885"/>
            <a:ext cx="12191365" cy="632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 Some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call for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application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of modern technology, and others ...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9880" y="728345"/>
            <a:ext cx="11882120" cy="279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application 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(1)</a:t>
            </a:r>
            <a:r>
              <a:rPr lang="en-US" altLang="zh-CN" sz="3200" b="1" i="1" dirty="0">
                <a:solidFill>
                  <a:srgbClr val="401B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un.&amp;cn.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应用，运用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invention would have a wide range of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applications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industry.</a:t>
            </a:r>
          </a:p>
          <a:p>
            <a:pPr>
              <a:lnSpc>
                <a:spcPct val="11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application of new technology 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teaching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新技术在教学上的应用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                                                               </a:t>
            </a: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1056005" y="5228590"/>
            <a:ext cx="903795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401B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apply </a:t>
            </a:r>
            <a:r>
              <a:rPr lang="en-US" altLang="zh-CN" sz="3200" b="1" i="1" dirty="0">
                <a:solidFill>
                  <a:srgbClr val="401B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申请；使用；涂；</a:t>
            </a:r>
            <a:r>
              <a:rPr lang="en-US" altLang="zh-CN" sz="3200" b="1" i="1" dirty="0">
                <a:solidFill>
                  <a:srgbClr val="401B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适用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292100" y="3549015"/>
            <a:ext cx="11551285" cy="1714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(2) </a:t>
            </a:r>
            <a:r>
              <a:rPr lang="en-US" altLang="zh-CN" sz="3200" b="1" i="1" dirty="0">
                <a:solidFill>
                  <a:srgbClr val="401B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申请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Every student may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make an application 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school library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for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one library card.                                                                           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96595" y="5801995"/>
            <a:ext cx="11146790" cy="632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rule didn’t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apply 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those who started work 5 years ago.                                                                       </a:t>
            </a:r>
          </a:p>
        </p:txBody>
      </p:sp>
      <p:sp>
        <p:nvSpPr>
          <p:cNvPr id="7" name="矩形 6"/>
          <p:cNvSpPr/>
          <p:nvPr/>
        </p:nvSpPr>
        <p:spPr>
          <a:xfrm>
            <a:off x="3415030" y="782320"/>
            <a:ext cx="374523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applicant </a:t>
            </a:r>
            <a:r>
              <a:rPr lang="en-US" altLang="zh-CN" sz="3200" b="1" i="1" dirty="0">
                <a:solidFill>
                  <a:srgbClr val="401B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solidFill>
                  <a:srgbClr val="401B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申请人</a:t>
            </a:r>
          </a:p>
        </p:txBody>
      </p:sp>
      <p:sp>
        <p:nvSpPr>
          <p:cNvPr id="8" name="矩形 7"/>
          <p:cNvSpPr/>
          <p:nvPr/>
        </p:nvSpPr>
        <p:spPr>
          <a:xfrm>
            <a:off x="7153910" y="710565"/>
            <a:ext cx="374523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applied </a:t>
            </a:r>
            <a:r>
              <a:rPr lang="en-US" altLang="zh-CN" sz="3200" b="1" i="1" dirty="0">
                <a:solidFill>
                  <a:srgbClr val="401B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401B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应用的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95885"/>
            <a:ext cx="12191365" cy="5502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3230" indent="-443230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申请工作</a:t>
            </a: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apply for a job</a:t>
            </a:r>
          </a:p>
          <a:p>
            <a:pPr marL="443230" indent="-443230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向大学申请</a:t>
            </a: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apply to a university</a:t>
            </a: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这项新技术已应用于农业。</a:t>
            </a: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new technology has been applied to agriculture.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Apply the cream to your face and neck.</a:t>
            </a: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把乳霜薄薄地抹在脸和脖子上。</a:t>
            </a: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What I am saying applies only to some of you.</a:t>
            </a: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我所说的只涉及你们中的一些人。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4160" y="355600"/>
            <a:ext cx="11927840" cy="3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call for: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need </a:t>
            </a:r>
            <a:r>
              <a:rPr lang="en-US" altLang="zh-CN" sz="3200" b="1" i="1" dirty="0" err="1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需要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(1) The quality is variable, so careful selection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called for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to publicly ask for </a:t>
            </a:r>
            <a:r>
              <a:rPr lang="en-US" altLang="zh-CN" sz="3200" b="1" i="1" dirty="0" err="1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to happen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公开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要求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720725" indent="-72072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(2) Several of the newspapers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were calling for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his resignation. </a:t>
            </a:r>
          </a:p>
          <a:p>
            <a:pPr marL="720725" indent="-72072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(4) Sometimes situations calls for us ______ strong and brave even when we don’t feel that way. (act) </a:t>
            </a:r>
          </a:p>
          <a:p>
            <a:pPr marL="720725" indent="-72072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call for sb to do sth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rgbClr val="401B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要求某人做某事</a:t>
            </a:r>
            <a:r>
              <a:rPr lang="en-US" altLang="zh-CN" sz="3200" b="1" dirty="0">
                <a:solidFill>
                  <a:srgbClr val="401B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                                                                     </a:t>
            </a: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6675755" y="2528570"/>
            <a:ext cx="12122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act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6" name="AutoShape 4"/>
          <p:cNvSpPr>
            <a:spLocks noChangeArrowheads="1"/>
          </p:cNvSpPr>
          <p:nvPr/>
        </p:nvSpPr>
        <p:spPr bwMode="auto">
          <a:xfrm>
            <a:off x="1524001" y="3079751"/>
            <a:ext cx="1223963" cy="1008063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call</a:t>
            </a:r>
          </a:p>
          <a:p>
            <a:pPr algn="ctr">
              <a:buFont typeface="Arial" panose="020B0604020202090204" pitchFamily="34" charset="0"/>
              <a:buNone/>
            </a:pP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短语</a:t>
            </a:r>
          </a:p>
        </p:txBody>
      </p:sp>
      <p:sp>
        <p:nvSpPr>
          <p:cNvPr id="141317" name="AutoShape 5"/>
          <p:cNvSpPr>
            <a:spLocks noChangeArrowheads="1"/>
          </p:cNvSpPr>
          <p:nvPr/>
        </p:nvSpPr>
        <p:spPr bwMode="auto">
          <a:xfrm>
            <a:off x="3200400" y="2306955"/>
            <a:ext cx="6746875" cy="57658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call at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停靠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（短时间）停留</a:t>
            </a:r>
          </a:p>
        </p:txBody>
      </p:sp>
      <p:sp>
        <p:nvSpPr>
          <p:cNvPr id="141318" name="AutoShape 6"/>
          <p:cNvSpPr>
            <a:spLocks noChangeArrowheads="1"/>
          </p:cNvSpPr>
          <p:nvPr/>
        </p:nvSpPr>
        <p:spPr bwMode="auto">
          <a:xfrm>
            <a:off x="3200400" y="5283835"/>
            <a:ext cx="7425055" cy="575945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call on/upon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拜访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某人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);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号召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 ；呼吁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sp>
        <p:nvSpPr>
          <p:cNvPr id="141319" name="AutoShape 7"/>
          <p:cNvSpPr/>
          <p:nvPr/>
        </p:nvSpPr>
        <p:spPr bwMode="auto">
          <a:xfrm>
            <a:off x="2743200" y="1631950"/>
            <a:ext cx="457200" cy="3810000"/>
          </a:xfrm>
          <a:prstGeom prst="leftBrace">
            <a:avLst>
              <a:gd name="adj1" fmla="val 69444"/>
              <a:gd name="adj2" fmla="val 50000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32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1320" name="AutoShape 8"/>
          <p:cNvSpPr>
            <a:spLocks noChangeArrowheads="1"/>
          </p:cNvSpPr>
          <p:nvPr/>
        </p:nvSpPr>
        <p:spPr bwMode="auto">
          <a:xfrm>
            <a:off x="3200400" y="3219349"/>
            <a:ext cx="5518150" cy="576263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call off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取消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停止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 </a:t>
            </a:r>
          </a:p>
        </p:txBody>
      </p:sp>
      <p:sp>
        <p:nvSpPr>
          <p:cNvPr id="141321" name="AutoShape 9"/>
          <p:cNvSpPr>
            <a:spLocks noChangeArrowheads="1"/>
          </p:cNvSpPr>
          <p:nvPr/>
        </p:nvSpPr>
        <p:spPr bwMode="auto">
          <a:xfrm>
            <a:off x="3200400" y="4264025"/>
            <a:ext cx="6206490" cy="57658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call in  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叫来；招来；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请求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收回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3228976" y="1319215"/>
            <a:ext cx="7162800" cy="576262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call up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给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打电话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使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回忆起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 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76" y="1252487"/>
            <a:ext cx="1889924" cy="1054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4" name="Rectangle 4"/>
          <p:cNvSpPr>
            <a:spLocks noChangeArrowheads="1"/>
          </p:cNvSpPr>
          <p:nvPr/>
        </p:nvSpPr>
        <p:spPr bwMode="auto">
          <a:xfrm>
            <a:off x="893617" y="824345"/>
            <a:ext cx="10314709" cy="535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zh-CN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3230" indent="-443230" algn="l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The sound of happy laughter __________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使回忆起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memories of his childhood.</a:t>
            </a:r>
            <a:endParaRPr lang="zh-CN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The government 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号召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the youth to 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donate their blood voluntarily.</a:t>
            </a:r>
            <a:endParaRPr lang="zh-CN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Since the weather is bad, let’s 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取消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the trip.</a:t>
            </a:r>
          </a:p>
          <a:p>
            <a:pPr marL="443230" indent="-443230" algn="l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He is ill; you should 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请来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doctor right away.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5) A truck driver used his radio ____________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呼救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).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621572" y="1441437"/>
            <a:ext cx="22176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</a:rPr>
              <a:t>called up</a:t>
            </a:r>
            <a:endParaRPr lang="en-US" altLang="zh-CN" b="1" dirty="0">
              <a:latin typeface="Calibri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517312" y="2643304"/>
            <a:ext cx="16811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</a:rPr>
              <a:t>calls on</a:t>
            </a:r>
            <a:endParaRPr lang="en-US" altLang="zh-CN" b="1" dirty="0">
              <a:latin typeface="Calibri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783946" y="3808765"/>
            <a:ext cx="18097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</a:rPr>
              <a:t>call off</a:t>
            </a:r>
            <a:endParaRPr lang="en-US" altLang="zh-CN" b="1" dirty="0">
              <a:latin typeface="Calibri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015761" y="4398147"/>
            <a:ext cx="18097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</a:rPr>
              <a:t>call in</a:t>
            </a:r>
            <a:endParaRPr lang="en-US" altLang="zh-CN" b="1" dirty="0">
              <a:latin typeface="Calibri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565252" y="5512795"/>
            <a:ext cx="25510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</a:rPr>
              <a:t>call for help</a:t>
            </a:r>
            <a:endParaRPr lang="en-US" altLang="zh-CN" b="1" dirty="0">
              <a:latin typeface="Calibri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71906" y="1010174"/>
            <a:ext cx="10097594" cy="1808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had planned to borrow a book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environmental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protection, but he didn’t.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他本打算借一本关于环境保护的书，但是他没借成。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43305" y="2875280"/>
            <a:ext cx="1083056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had planned to do sth.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本打算做某事，但是没做成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720725" indent="-7207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had planned to meet you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the airport, but someone </a:t>
            </a:r>
          </a:p>
          <a:p>
            <a:pPr marL="720725" indent="-72072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came to see me just when I was about to leave.</a:t>
            </a:r>
          </a:p>
          <a:p>
            <a:pPr marL="720725" indent="-72072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我本来打算去机场接你的，但是就在我要离开的时候</a:t>
            </a:r>
          </a:p>
          <a:p>
            <a:pPr marL="720725" indent="-72072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有人来看我。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9943" y="2016339"/>
            <a:ext cx="10758602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动词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hope, expect, think, intend, mean, want, suppose, plan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等用过去完成时，表示未实现的愿望、打算和意图。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e.g. 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had hoped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be able to come and see you.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我们本来希望能来看看你。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never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thought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that you were content to help me.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我从未想过你愿意帮我。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43" y="961640"/>
            <a:ext cx="1889924" cy="1054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04273" y="419463"/>
            <a:ext cx="9721516" cy="1217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What if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nobody goes?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如果没有人去该怎么办？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25944" y="1693658"/>
            <a:ext cx="10398019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What if …?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常用来提出假设、建议、邀请、要求等，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“倘若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如果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将会怎样”，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后面常跟一般现在时，有时根据语境也可以跟虚拟语气。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What for…?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为了什么目的？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So what?   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那又怎么样？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How come?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怎么会这样？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What about…?/ How about…?   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怎么样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？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7960" y="1913335"/>
            <a:ext cx="1037723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What if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doesn’t agree with me?</a:t>
            </a:r>
          </a:p>
          <a:p>
            <a:pPr marL="720725" indent="-72072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If she spent five years in Paris,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how come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her French is so bad?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— He is fifteen years younger than you.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—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 what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?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129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129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0129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4ed519dc74f5422794ba784262847fda"/>
  <p:tag name="KSO_WM_BEAUTIFY_FLAG" val="#wm#"/>
  <p:tag name="KSO_WM_CHIP_FILLAREA_FILL_RULE" val="{&quot;fill_align&quot;:&quot;cm&quot;,&quot;fill_effect&quot;:[],&quot;fill_mode&quot;:&quot;adaptive&quot;,&quot;sacle_strategy&quot;:&quot;stretch&quot;}"/>
  <p:tag name="KSO_WM_CHIP_GROUPID" val="5fa0fd07a8fc48be8080e791"/>
  <p:tag name="KSO_WM_CHIP_XID" val="5fa0fd07a8fc48be8080e792"/>
  <p:tag name="KSO_WM_TAG_VERSION" val="1.0"/>
  <p:tag name="KSO_WM_TEMPLATE_CATEGORY" val="chip"/>
  <p:tag name="KSO_WM_TEMPLATE_INDEX" val="20201293"/>
  <p:tag name="KSO_WM_UNIT_COMPATIBLE" val="0"/>
  <p:tag name="KSO_WM_UNIT_DEC_AREA_ID" val="87fed009d2ac4cc6b2d08df403cd486f"/>
  <p:tag name="KSO_WM_UNIT_DEC_CHANGEPICRESERVED" val="1"/>
  <p:tag name="KSO_WM_UNIT_DEC_SUPPORTCHANGEPIC" val="0"/>
  <p:tag name="KSO_WM_UNIT_DECORATE_INFO" val=""/>
  <p:tag name="KSO_WM_UNIT_DIAGRAM_ISNUMVISUAL" val="0"/>
  <p:tag name="KSO_WM_UNIT_DIAGRAM_ISREFERUNIT" val="0"/>
  <p:tag name="KSO_WM_UNIT_HIGHLIGHT" val="0"/>
  <p:tag name="KSO_WM_UNIT_ID" val="chip20201293_1*i*1"/>
  <p:tag name="KSO_WM_UNIT_INDEX" val="1"/>
  <p:tag name="KSO_WM_UNIT_LAYERLEVEL" val="1"/>
  <p:tag name="KSO_WM_UNIT_SM_LIMIT_TYPE" val=""/>
  <p:tag name="KSO_WM_UNIT_SUBTYPE" val="u"/>
  <p:tag name="KSO_WM_UNIT_TYPE" val="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99bc15d7d3044c80a6fc7b7d9c4ac089"/>
  <p:tag name="KSO_WM_BEAUTIFY_FLAG" val="#wm#"/>
  <p:tag name="KSO_WM_CHIP_FILLAREA_FILL_RULE" val="{&quot;fill_align&quot;:&quot;cm&quot;,&quot;fill_mode&quot;:&quot;adaptive&quot;,&quot;sacle_strategy&quot;:&quot;smart&quot;}"/>
  <p:tag name="KSO_WM_CHIP_GROUPID" val="5f2a1e7645e1f15ec24fe43a"/>
  <p:tag name="KSO_WM_CHIP_XID" val="5f2a1e7645e1f15ec24fe43b"/>
  <p:tag name="KSO_WM_TAG_VERSION" val="1.0"/>
  <p:tag name="KSO_WM_TEMPLATE_ASSEMBLE_GROUPID" val="5fa0fd07a8fc48be8080e791"/>
  <p:tag name="KSO_WM_TEMPLATE_ASSEMBLE_XID" val="5fa10962a8fc48be8080f8ae"/>
  <p:tag name="KSO_WM_TEMPLATE_CATEGORY" val="custom"/>
  <p:tag name="KSO_WM_TEMPLATE_INDEX" val="20201293"/>
  <p:tag name="KSO_WM_UNIT_BLOCK" val="0"/>
  <p:tag name="KSO_WM_UNIT_COMPATIBLE" val="0"/>
  <p:tag name="KSO_WM_UNIT_DEC_AREA_ID" val="e94bd682be8b4418be03daacfb752d4c"/>
  <p:tag name="KSO_WM_UNIT_DEFAULT_FONT" val="24;60;4"/>
  <p:tag name="KSO_WM_UNIT_DIAGRAM_ISNUMVISUAL" val="0"/>
  <p:tag name="KSO_WM_UNIT_DIAGRAM_ISREFERUNIT" val="0"/>
  <p:tag name="KSO_WM_UNIT_HIGHLIGHT" val="0"/>
  <p:tag name="KSO_WM_UNIT_ID" val="custom20201293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创意品牌推广方案"/>
  <p:tag name="KSO_WM_UNIT_TEXT_FILL_FORE_SCHEMECOLOR_INDEX" val="13"/>
  <p:tag name="KSO_WM_UNIT_TEXT_FILL_FORE_SCHEMECOLOR_INDEX_BRIGHTNESS" val="0.15"/>
  <p:tag name="KSO_WM_UNIT_TEXT_FILL_TYPE" val="1"/>
  <p:tag name="KSO_WM_UNIT_TYPE" val="a"/>
  <p:tag name="KSO_WM_UNIT_VALUE" val="1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99bc15d7d3044c80a6fc7b7d9c4ac089"/>
  <p:tag name="KSO_WM_BEAUTIFY_FLAG" val="#wm#"/>
  <p:tag name="KSO_WM_CHIP_FILLAREA_FILL_RULE" val="{&quot;fill_align&quot;:&quot;cm&quot;,&quot;fill_mode&quot;:&quot;adaptive&quot;,&quot;sacle_strategy&quot;:&quot;smart&quot;}"/>
  <p:tag name="KSO_WM_CHIP_GROUPID" val="5f2a1e7645e1f15ec24fe43a"/>
  <p:tag name="KSO_WM_CHIP_XID" val="5f2a1e7645e1f15ec24fe43b"/>
  <p:tag name="KSO_WM_TAG_VERSION" val="1.0"/>
  <p:tag name="KSO_WM_TEMPLATE_ASSEMBLE_GROUPID" val="5fa0fd07a8fc48be8080e791"/>
  <p:tag name="KSO_WM_TEMPLATE_ASSEMBLE_XID" val="5fa10962a8fc48be8080f8ae"/>
  <p:tag name="KSO_WM_TEMPLATE_CATEGORY" val="custom"/>
  <p:tag name="KSO_WM_TEMPLATE_INDEX" val="20201293"/>
  <p:tag name="KSO_WM_UNIT_BLOCK" val="0"/>
  <p:tag name="KSO_WM_UNIT_COMPATIBLE" val="0"/>
  <p:tag name="KSO_WM_UNIT_DEC_AREA_ID" val="bbcf2772b2c343209350ea40fe9b3f86"/>
  <p:tag name="KSO_WM_UNIT_DEFAULT_FONT" val="18;24;2"/>
  <p:tag name="KSO_WM_UNIT_DIAGRAM_ISNUMVISUAL" val="0"/>
  <p:tag name="KSO_WM_UNIT_DIAGRAM_ISREFERUNIT" val="0"/>
  <p:tag name="KSO_WM_UNIT_HIGHLIGHT" val="0"/>
  <p:tag name="KSO_WM_UNIT_ID" val="custom20201293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此处添加副标题内容"/>
  <p:tag name="KSO_WM_UNIT_TEXT_FILL_FORE_SCHEMECOLOR_INDEX" val="13"/>
  <p:tag name="KSO_WM_UNIT_TEXT_FILL_FORE_SCHEMECOLOR_INDEX_BRIGHTNESS" val="0.35"/>
  <p:tag name="KSO_WM_UNIT_TEXT_FILL_TYPE" val="1"/>
  <p:tag name="KSO_WM_UNIT_TYPE" val="b"/>
  <p:tag name="KSO_WM_UNIT_VALUE" val="1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a065b8a75fb4407c87e632bbc8e4014b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TAG_VERSION" val="1.0"/>
  <p:tag name="KSO_WM_TEMPLATE_CATEGORY" val="chip"/>
  <p:tag name="KSO_WM_TEMPLATE_INDEX" val="20201293"/>
  <p:tag name="KSO_WM_UNIT_COMPATIBLE" val="0"/>
  <p:tag name="KSO_WM_UNIT_DEC_AREA_ID" val="7b966c19b8754f9f93cb9042a7a4208f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17c9b494148b40e39254004b50a66bf2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TAG_VERSION" val="1.0"/>
  <p:tag name="KSO_WM_TEMPLATE_CATEGORY" val="chip"/>
  <p:tag name="KSO_WM_TEMPLATE_INDEX" val="20201293"/>
  <p:tag name="KSO_WM_UNIT_COMPATIBLE" val="0"/>
  <p:tag name="KSO_WM_UNIT_DEC_AREA_ID" val="c2735642b92e4964ba5ebc667497bbe4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e15ba83617d64fc6b109e9b981a2786d"/>
  <p:tag name="KSO_WM_BEAUTIFY_FLAG" val="#wm#"/>
  <p:tag name="KSO_WM_CHIP_FILLAREA_FILL_RULE" val="{&quot;fill_align&quot;:&quot;lm&quot;,&quot;fill_effect&quot;:[],&quot;fill_mode&quot;:&quot;adaptive&quot;,&quot;sacle_strategy&quot;:&quot;stretch&quot;}"/>
  <p:tag name="KSO_WM_CHIP_GROUPID" val="5fa0fd07a8fc48be8080e791"/>
  <p:tag name="KSO_WM_CHIP_XID" val="5fa0fd07a8fc48be8080e793"/>
  <p:tag name="KSO_WM_TAG_VERSION" val="1.0"/>
  <p:tag name="KSO_WM_TEMPLATE_CATEGORY" val="chip"/>
  <p:tag name="KSO_WM_TEMPLATE_INDEX" val="20201293"/>
  <p:tag name="KSO_WM_UNIT_COMPATIBLE" val="0"/>
  <p:tag name="KSO_WM_UNIT_DEC_AREA_ID" val="ab4ece2c928a4baaafb90c3c2e278ac4"/>
  <p:tag name="KSO_WM_UNIT_DECORATE_INFO" val=""/>
  <p:tag name="KSO_WM_UNIT_DIAGRAM_ISNUMVISUAL" val="0"/>
  <p:tag name="KSO_WM_UNIT_DIAGRAM_ISREFERUNIT" val="0"/>
  <p:tag name="KSO_WM_UNIT_HIGHLIGHT" val="0"/>
  <p:tag name="KSO_WM_UNIT_ID" val="chip20201293_2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8da15b3f4ce2483da3539565a25eaafa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TAG_VERSION" val="1.0"/>
  <p:tag name="KSO_WM_TEMPLATE_CATEGORY" val="chip"/>
  <p:tag name="KSO_WM_TEMPLATE_INDEX" val="20201293"/>
  <p:tag name="KSO_WM_UNIT_COMPATIBLE" val="0"/>
  <p:tag name="KSO_WM_UNIT_DEC_AREA_ID" val="34f37ec0980f47a1af3b7d3af8ed1ab9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362f32f05c4a4f00ab00d35837cf7c7a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TAG_VERSION" val="1.0"/>
  <p:tag name="KSO_WM_TEMPLATE_CATEGORY" val="chip"/>
  <p:tag name="KSO_WM_TEMPLATE_INDEX" val="20201293"/>
  <p:tag name="KSO_WM_UNIT_COMPATIBLE" val="0"/>
  <p:tag name="KSO_WM_UNIT_DEC_AREA_ID" val="b886f1253c3b428282adae0639e94fbb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82df27532dd14e25b7f604e27735c25a"/>
  <p:tag name="KSO_WM_BEAUTIFY_FLAG" val="#wm#"/>
  <p:tag name="KSO_WM_CHIP_FILLAREA_FILL_RULE" val="{&quot;fill_align&quot;:&quot;cm&quot;,&quot;fill_mode&quot;:&quot;adaptive&quot;,&quot;sacle_strategy&quot;:&quot;smart&quot;}"/>
  <p:tag name="KSO_WM_CHIP_GROUPID" val="5ebe41950ac41c4a0a525618"/>
  <p:tag name="KSO_WM_CHIP_XID" val="5ebe41950ac41c4a0a525619"/>
  <p:tag name="KSO_WM_TAG_VERSION" val="1.0"/>
  <p:tag name="KSO_WM_TEMPLATE_ASSEMBLE_GROUPID" val="5fa0fd07a8fc48be8080e791"/>
  <p:tag name="KSO_WM_TEMPLATE_ASSEMBLE_XID" val="5fa10962a8fc48be8080f8a9"/>
  <p:tag name="KSO_WM_TEMPLATE_CATEGORY" val="custom"/>
  <p:tag name="KSO_WM_TEMPLATE_INDEX" val="20201293"/>
  <p:tag name="KSO_WM_UNIT_BLOCK" val="0"/>
  <p:tag name="KSO_WM_UNIT_COMPATIBLE" val="0"/>
  <p:tag name="KSO_WM_UNIT_DEC_AREA_ID" val="babe2e0cd4c342568048a050fb317af6"/>
  <p:tag name="KSO_WM_UNIT_DEFAULT_FONT" val="24;32;2"/>
  <p:tag name="KSO_WM_UNIT_DIAGRAM_ISNUMVISUAL" val="0"/>
  <p:tag name="KSO_WM_UNIT_DIAGRAM_ISREFERUNIT" val="0"/>
  <p:tag name="KSO_WM_UNIT_HIGHLIGHT" val="0"/>
  <p:tag name="KSO_WM_UNIT_ID" val="custom20201293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大标题内容"/>
  <p:tag name="KSO_WM_UNIT_TEXT_FILL_FORE_SCHEMECOLOR_INDEX" val="13"/>
  <p:tag name="KSO_WM_UNIT_TEXT_FILL_FORE_SCHEMECOLOR_INDEX_BRIGHTNESS" val="0.15"/>
  <p:tag name="KSO_WM_UNIT_TEXT_FILL_TYPE" val="1"/>
  <p:tag name="KSO_WM_UNIT_TYPE" val="a"/>
  <p:tag name="KSO_WM_UNIT_VALUE" val="1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82df27532dd14e25b7f604e27735c25a"/>
  <p:tag name="KSO_WM_BEAUTIFY_FLAG" val="#wm#"/>
  <p:tag name="KSO_WM_CHIP_FILLAREA_FILL_RULE" val="{&quot;fill_align&quot;:&quot;cm&quot;,&quot;fill_mode&quot;:&quot;adaptive&quot;,&quot;sacle_strategy&quot;:&quot;smart&quot;}"/>
  <p:tag name="KSO_WM_CHIP_GROUPID" val="5ebe41950ac41c4a0a525618"/>
  <p:tag name="KSO_WM_CHIP_XID" val="5ebe41950ac41c4a0a525619"/>
  <p:tag name="KSO_WM_TAG_VERSION" val="1.0"/>
  <p:tag name="KSO_WM_TEMPLATE_ASSEMBLE_GROUPID" val="5fa0fd07a8fc48be8080e791"/>
  <p:tag name="KSO_WM_TEMPLATE_ASSEMBLE_XID" val="5fa10962a8fc48be8080f8a9"/>
  <p:tag name="KSO_WM_TEMPLATE_CATEGORY" val="custom"/>
  <p:tag name="KSO_WM_TEMPLATE_INDEX" val="20201293"/>
  <p:tag name="KSO_WM_UNIT_BLOCK" val="0"/>
  <p:tag name="KSO_WM_UNIT_COMPATIBLE" val="0"/>
  <p:tag name="KSO_WM_UNIT_DEC_AREA_ID" val="7a8c00639c474901b56d9777ab95a400"/>
  <p:tag name="KSO_WM_UNIT_DEFAULT_FONT" val="14;16;2"/>
  <p:tag name="KSO_WM_UNIT_DIAGRAM_ISNUMVISUAL" val="0"/>
  <p:tag name="KSO_WM_UNIT_DIAGRAM_ISREFERUNIT" val="0"/>
  <p:tag name="KSO_WM_UNIT_HIGHLIGHT" val="0"/>
  <p:tag name="KSO_WM_UNIT_ID" val="custom20201293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输入你的正文，文字是您思想的提炼，为了最终演示发布的良好效果。"/>
  <p:tag name="KSO_WM_UNIT_TEXT_FILL_FORE_SCHEMECOLOR_INDEX" val="13"/>
  <p:tag name="KSO_WM_UNIT_TEXT_FILL_FORE_SCHEMECOLOR_INDEX_BRIGHTNESS" val="0.35"/>
  <p:tag name="KSO_WM_UNIT_TEXT_FILL_TYPE" val="1"/>
  <p:tag name="KSO_WM_UNIT_TYPE" val="b"/>
  <p:tag name="KSO_WM_UNIT_VALUE" val="16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a065b8a75fb4407c87e632bbc8e4014b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TAG_VERSION" val="1.0"/>
  <p:tag name="KSO_WM_TEMPLATE_CATEGORY" val="chip"/>
  <p:tag name="KSO_WM_TEMPLATE_INDEX" val="20201293"/>
  <p:tag name="KSO_WM_UNIT_COMPATIBLE" val="0"/>
  <p:tag name="KSO_WM_UNIT_DEC_AREA_ID" val="7b966c19b8754f9f93cb9042a7a4208f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17c9b494148b40e39254004b50a66bf2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TAG_VERSION" val="1.0"/>
  <p:tag name="KSO_WM_TEMPLATE_CATEGORY" val="chip"/>
  <p:tag name="KSO_WM_TEMPLATE_INDEX" val="20201293"/>
  <p:tag name="KSO_WM_UNIT_COMPATIBLE" val="0"/>
  <p:tag name="KSO_WM_UNIT_DEC_AREA_ID" val="c2735642b92e4964ba5ebc667497bbe4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a065b8a75fb4407c87e632bbc8e4014b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TAG_VERSION" val="1.0"/>
  <p:tag name="KSO_WM_TEMPLATE_CATEGORY" val="chip"/>
  <p:tag name="KSO_WM_TEMPLATE_INDEX" val="20201293"/>
  <p:tag name="KSO_WM_UNIT_COMPATIBLE" val="0"/>
  <p:tag name="KSO_WM_UNIT_DEC_AREA_ID" val="7b966c19b8754f9f93cb9042a7a4208f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17c9b494148b40e39254004b50a66bf2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TAG_VERSION" val="1.0"/>
  <p:tag name="KSO_WM_TEMPLATE_CATEGORY" val="chip"/>
  <p:tag name="KSO_WM_TEMPLATE_INDEX" val="20201293"/>
  <p:tag name="KSO_WM_UNIT_COMPATIBLE" val="0"/>
  <p:tag name="KSO_WM_UNIT_DEC_AREA_ID" val="c2735642b92e4964ba5ebc667497bbe4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fd81a4c5f14149d8af6cd44c0f242661"/>
  <p:tag name="KSO_WM_BEAUTIFY_FLAG" val="#wm#"/>
  <p:tag name="KSO_WM_CHIP_FILLAREA_FILL_RULE" val="{&quot;fill_align&quot;:&quot;rm&quot;,&quot;fill_effect&quot;:[],&quot;fill_mode&quot;:&quot;adaptive&quot;,&quot;sacle_strategy&quot;:&quot;stretch&quot;}"/>
  <p:tag name="KSO_WM_CHIP_GROUPID" val="5fa0fd07a8fc48be8080e791"/>
  <p:tag name="KSO_WM_CHIP_XID" val="5fa0fd07a8fc48be8080e793"/>
  <p:tag name="KSO_WM_TAG_VERSION" val="1.0"/>
  <p:tag name="KSO_WM_TEMPLATE_CATEGORY" val="chip"/>
  <p:tag name="KSO_WM_TEMPLATE_INDEX" val="20201293"/>
  <p:tag name="KSO_WM_UNIT_COMPATIBLE" val="0"/>
  <p:tag name="KSO_WM_UNIT_DEC_AREA_ID" val="71da2df21867433a8785a6e49e807f6e"/>
  <p:tag name="KSO_WM_UNIT_DECORATE_INFO" val=""/>
  <p:tag name="KSO_WM_UNIT_DIAGRAM_ISNUMVISUAL" val="0"/>
  <p:tag name="KSO_WM_UNIT_DIAGRAM_ISREFERUNIT" val="0"/>
  <p:tag name="KSO_WM_UNIT_HIGHLIGHT" val="0"/>
  <p:tag name="KSO_WM_UNIT_ID" val="chip20201293_2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80d7ca7f5f494a319fe07cece3ce117d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TAG_VERSION" val="1.0"/>
  <p:tag name="KSO_WM_TEMPLATE_CATEGORY" val="chip"/>
  <p:tag name="KSO_WM_TEMPLATE_INDEX" val="20201293"/>
  <p:tag name="KSO_WM_UNIT_COMPATIBLE" val="0"/>
  <p:tag name="KSO_WM_UNIT_DEC_AREA_ID" val="26a788a8b837421390fb74640dd3386e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a065b8a75fb4407c87e632bbc8e4014b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TAG_VERSION" val="1.0"/>
  <p:tag name="KSO_WM_TEMPLATE_CATEGORY" val="chip"/>
  <p:tag name="KSO_WM_TEMPLATE_INDEX" val="20201293"/>
  <p:tag name="KSO_WM_UNIT_COMPATIBLE" val="0"/>
  <p:tag name="KSO_WM_UNIT_DEC_AREA_ID" val="7b966c19b8754f9f93cb9042a7a4208f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17c9b494148b40e39254004b50a66bf2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TAG_VERSION" val="1.0"/>
  <p:tag name="KSO_WM_TEMPLATE_CATEGORY" val="chip"/>
  <p:tag name="KSO_WM_TEMPLATE_INDEX" val="20201293"/>
  <p:tag name="KSO_WM_UNIT_COMPATIBLE" val="0"/>
  <p:tag name="KSO_WM_UNIT_DEC_AREA_ID" val="c2735642b92e4964ba5ebc667497bbe4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a065b8a75fb4407c87e632bbc8e4014b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TAG_VERSION" val="1.0"/>
  <p:tag name="KSO_WM_TEMPLATE_CATEGORY" val="chip"/>
  <p:tag name="KSO_WM_TEMPLATE_INDEX" val="20201293"/>
  <p:tag name="KSO_WM_UNIT_COMPATIBLE" val="0"/>
  <p:tag name="KSO_WM_UNIT_DEC_AREA_ID" val="7b966c19b8754f9f93cb9042a7a4208f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17c9b494148b40e39254004b50a66bf2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TAG_VERSION" val="1.0"/>
  <p:tag name="KSO_WM_TEMPLATE_CATEGORY" val="chip"/>
  <p:tag name="KSO_WM_TEMPLATE_INDEX" val="20201293"/>
  <p:tag name="KSO_WM_UNIT_COMPATIBLE" val="0"/>
  <p:tag name="KSO_WM_UNIT_DEC_AREA_ID" val="c2735642b92e4964ba5ebc667497bbe4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a065b8a75fb4407c87e632bbc8e4014b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TAG_VERSION" val="1.0"/>
  <p:tag name="KSO_WM_TEMPLATE_CATEGORY" val="chip"/>
  <p:tag name="KSO_WM_TEMPLATE_INDEX" val="20201293"/>
  <p:tag name="KSO_WM_UNIT_COMPATIBLE" val="0"/>
  <p:tag name="KSO_WM_UNIT_DEC_AREA_ID" val="7b966c19b8754f9f93cb9042a7a4208f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17c9b494148b40e39254004b50a66bf2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TAG_VERSION" val="1.0"/>
  <p:tag name="KSO_WM_TEMPLATE_CATEGORY" val="chip"/>
  <p:tag name="KSO_WM_TEMPLATE_INDEX" val="20201293"/>
  <p:tag name="KSO_WM_UNIT_COMPATIBLE" val="0"/>
  <p:tag name="KSO_WM_UNIT_DEC_AREA_ID" val="c2735642b92e4964ba5ebc667497bbe4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4ed519dc74f5422794ba784262847fda"/>
  <p:tag name="KSO_WM_BEAUTIFY_FLAG" val="#wm#"/>
  <p:tag name="KSO_WM_CHIP_FILLAREA_FILL_RULE" val="{&quot;fill_align&quot;:&quot;cm&quot;,&quot;fill_effect&quot;:[],&quot;fill_mode&quot;:&quot;adaptive&quot;,&quot;sacle_strategy&quot;:&quot;stretch&quot;}"/>
  <p:tag name="KSO_WM_CHIP_GROUPID" val="5fa0fd07a8fc48be8080e791"/>
  <p:tag name="KSO_WM_CHIP_XID" val="5fa0fd07a8fc48be8080e792"/>
  <p:tag name="KSO_WM_TAG_VERSION" val="1.0"/>
  <p:tag name="KSO_WM_TEMPLATE_CATEGORY" val="chip"/>
  <p:tag name="KSO_WM_TEMPLATE_INDEX" val="20201293"/>
  <p:tag name="KSO_WM_UNIT_COMPATIBLE" val="0"/>
  <p:tag name="KSO_WM_UNIT_DEC_AREA_ID" val="87fed009d2ac4cc6b2d08df403cd486f"/>
  <p:tag name="KSO_WM_UNIT_DEC_CHANGEPICRESERVED" val="1"/>
  <p:tag name="KSO_WM_UNIT_DEC_SUPPORTCHANGEPIC" val="0"/>
  <p:tag name="KSO_WM_UNIT_DECORATE_INFO" val=""/>
  <p:tag name="KSO_WM_UNIT_DIAGRAM_ISNUMVISUAL" val="0"/>
  <p:tag name="KSO_WM_UNIT_DIAGRAM_ISREFERUNIT" val="0"/>
  <p:tag name="KSO_WM_UNIT_HIGHLIGHT" val="0"/>
  <p:tag name="KSO_WM_UNIT_ID" val="chip20201293_1*i*1"/>
  <p:tag name="KSO_WM_UNIT_INDEX" val="1"/>
  <p:tag name="KSO_WM_UNIT_LAYERLEVEL" val="1"/>
  <p:tag name="KSO_WM_UNIT_SM_LIMIT_TYPE" val=""/>
  <p:tag name="KSO_WM_UNIT_SUBTYPE" val="u"/>
  <p:tag name="KSO_WM_UNIT_TYPE" val="i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929c46263b774243b778b3be232cdc81"/>
  <p:tag name="KSO_WM_BEAUTIFY_FLAG" val="#wm#"/>
  <p:tag name="KSO_WM_CHIP_FILLAREA_FILL_RULE" val="{&quot;fill_align&quot;:&quot;cm&quot;,&quot;fill_mode&quot;:&quot;adaptive&quot;,&quot;sacle_strategy&quot;:&quot;smart&quot;}"/>
  <p:tag name="KSO_WM_CHIP_GROUPID" val="5ebe4d230ac41c4a0a525649"/>
  <p:tag name="KSO_WM_CHIP_XID" val="5ebe4d230ac41c4a0a52564a"/>
  <p:tag name="KSO_WM_TAG_VERSION" val="1.0"/>
  <p:tag name="KSO_WM_TEMPLATE_ASSEMBLE_GROUPID" val="5fa0fd07a8fc48be8080e791"/>
  <p:tag name="KSO_WM_TEMPLATE_ASSEMBLE_XID" val="5fa10962a8fc48be8080f8c4"/>
  <p:tag name="KSO_WM_TEMPLATE_CATEGORY" val="custom"/>
  <p:tag name="KSO_WM_TEMPLATE_INDEX" val="20201293"/>
  <p:tag name="KSO_WM_UNIT_BLOCK" val="0"/>
  <p:tag name="KSO_WM_UNIT_COMPATIBLE" val="0"/>
  <p:tag name="KSO_WM_UNIT_DEC_AREA_ID" val="96d83f363bcc494ea61ee02635dd7cf8"/>
  <p:tag name="KSO_WM_UNIT_DEFAULT_FONT" val="18;24;2"/>
  <p:tag name="KSO_WM_UNIT_DIAGRAM_ISNUMVISUAL" val="0"/>
  <p:tag name="KSO_WM_UNIT_DIAGRAM_ISREFERUNIT" val="0"/>
  <p:tag name="KSO_WM_UNIT_HIGHLIGHT" val="0"/>
  <p:tag name="KSO_WM_UNIT_ID" val="custom20201293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副标题内容"/>
  <p:tag name="KSO_WM_UNIT_TEXT_FILL_FORE_SCHEMECOLOR_INDEX" val="13"/>
  <p:tag name="KSO_WM_UNIT_TEXT_FILL_FORE_SCHEMECOLOR_INDEX_BRIGHTNESS" val="0.35"/>
  <p:tag name="KSO_WM_UNIT_TEXT_FILL_TYPE" val="1"/>
  <p:tag name="KSO_WM_UNIT_TYPE" val="b"/>
  <p:tag name="KSO_WM_UNIT_VALUE" val="1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929c46263b774243b778b3be232cdc81"/>
  <p:tag name="KSO_WM_BEAUTIFY_FLAG" val="#wm#"/>
  <p:tag name="KSO_WM_CHIP_FILLAREA_FILL_RULE" val="{&quot;fill_align&quot;:&quot;cm&quot;,&quot;fill_mode&quot;:&quot;adaptive&quot;,&quot;sacle_strategy&quot;:&quot;smart&quot;}"/>
  <p:tag name="KSO_WM_CHIP_GROUPID" val="5ebe4d230ac41c4a0a525649"/>
  <p:tag name="KSO_WM_CHIP_XID" val="5ebe4d230ac41c4a0a52564a"/>
  <p:tag name="KSO_WM_TAG_VERSION" val="1.0"/>
  <p:tag name="KSO_WM_TEMPLATE_ASSEMBLE_GROUPID" val="5fa0fd07a8fc48be8080e791"/>
  <p:tag name="KSO_WM_TEMPLATE_ASSEMBLE_XID" val="5fa10962a8fc48be8080f8c4"/>
  <p:tag name="KSO_WM_TEMPLATE_CATEGORY" val="custom"/>
  <p:tag name="KSO_WM_TEMPLATE_INDEX" val="20201293"/>
  <p:tag name="KSO_WM_UNIT_BLOCK" val="0"/>
  <p:tag name="KSO_WM_UNIT_COMPATIBLE" val="0"/>
  <p:tag name="KSO_WM_UNIT_DEC_AREA_ID" val="a5f8170114864349bad27e18bf193b90"/>
  <p:tag name="KSO_WM_UNIT_DEFAULT_FONT" val="60;74;4"/>
  <p:tag name="KSO_WM_UNIT_DIAGRAM_ISNUMVISUAL" val="0"/>
  <p:tag name="KSO_WM_UNIT_DIAGRAM_ISREFERUNIT" val="0"/>
  <p:tag name="KSO_WM_UNIT_HIGHLIGHT" val="0"/>
  <p:tag name="KSO_WM_UNIT_ID" val="custom20201293_1*a*1"/>
  <p:tag name="KSO_WM_UNIT_INDEX" val="1"/>
  <p:tag name="KSO_WM_UNIT_ISCONTENTSTITLE" val="0"/>
  <p:tag name="KSO_WM_UNIT_ISNUMDGMTITLE" val="0"/>
  <p:tag name="KSO_WM_UNIT_LAYERLEVEL" val="1"/>
  <p:tag name="KSO_WM_UNIT_NOCLEAR" val="1"/>
  <p:tag name="KSO_WM_UNIT_PRESET_TEXT" val="谢谢观看"/>
  <p:tag name="KSO_WM_UNIT_TEXT_FILL_FORE_SCHEMECOLOR_INDEX" val="13"/>
  <p:tag name="KSO_WM_UNIT_TEXT_FILL_FORE_SCHEMECOLOR_INDEX_BRIGHTNESS" val="0.15"/>
  <p:tag name="KSO_WM_UNIT_TEXT_FILL_TYPE" val="1"/>
  <p:tag name="KSO_WM_UNIT_TYPE" val="a"/>
  <p:tag name="KSO_WM_UNIT_VALUE" val="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a065b8a75fb4407c87e632bbc8e4014b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SLIDE_BACKGROUND_TYPE" val="general"/>
  <p:tag name="KSO_WM_TAG_VERSION" val="1.0"/>
  <p:tag name="KSO_WM_TEMPLATE_CATEGORY" val="chip"/>
  <p:tag name="KSO_WM_TEMPLATE_INDEX" val="20201293"/>
  <p:tag name="KSO_WM_UNIT_COMPATIBLE" val="0"/>
  <p:tag name="KSO_WM_UNIT_DEC_AREA_ID" val="7b966c19b8754f9f93cb9042a7a4208f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17c9b494148b40e39254004b50a66bf2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SLIDE_BACKGROUND_TYPE" val="general"/>
  <p:tag name="KSO_WM_TAG_VERSION" val="1.0"/>
  <p:tag name="KSO_WM_TEMPLATE_CATEGORY" val="chip"/>
  <p:tag name="KSO_WM_TEMPLATE_INDEX" val="20201293"/>
  <p:tag name="KSO_WM_UNIT_COMPATIBLE" val="0"/>
  <p:tag name="KSO_WM_UNIT_DEC_AREA_ID" val="c2735642b92e4964ba5ebc667497bbe4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ca46edf111714b50a52e157a8204f32d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6"/>
  <p:tag name="KSO_WM_SLIDE_BACKGROUND_TYPE" val="frame"/>
  <p:tag name="KSO_WM_TAG_VERSION" val="1.0"/>
  <p:tag name="KSO_WM_TEMPLATE_CATEGORY" val="chip"/>
  <p:tag name="KSO_WM_TEMPLATE_INDEX" val="20201293"/>
  <p:tag name="KSO_WM_UNIT_COMPATIBLE" val="0"/>
  <p:tag name="KSO_WM_UNIT_DEC_AREA_ID" val="6f85697011dd4c36953a7afb80b62e6d"/>
  <p:tag name="KSO_WM_UNIT_DECORATE_INFO" val="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chip20201293_5*i*1"/>
  <p:tag name="KSO_WM_UNIT_INDEX" val="1"/>
  <p:tag name="KSO_WM_UNIT_LAYERLEVEL" val="1"/>
  <p:tag name="KSO_WM_UNIT_SM_LIMIT_TYPE" val="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74c6c9ef86c441ffa4c6c1da9248515d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SLIDE_BACKGROUND_TYPE" val="frame"/>
  <p:tag name="KSO_WM_TAG_VERSION" val="1.0"/>
  <p:tag name="KSO_WM_TEMPLATE_CATEGORY" val="chip"/>
  <p:tag name="KSO_WM_TEMPLATE_INDEX" val="20201293"/>
  <p:tag name="KSO_WM_UNIT_COMPATIBLE" val="0"/>
  <p:tag name="KSO_WM_UNIT_DEC_AREA_ID" val="86ab4b764f084da0b0502715ef32d348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b95f201a57ca4aad8084c553c63b0aa9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SLIDE_BACKGROUND_TYPE" val="frame"/>
  <p:tag name="KSO_WM_TAG_VERSION" val="1.0"/>
  <p:tag name="KSO_WM_TEMPLATE_CATEGORY" val="chip"/>
  <p:tag name="KSO_WM_TEMPLATE_INDEX" val="20201293"/>
  <p:tag name="KSO_WM_UNIT_COMPATIBLE" val="0"/>
  <p:tag name="KSO_WM_UNIT_DEC_AREA_ID" val="20a7f9f60f3246429387fc233527e96f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e977b0a7ba2e438cb853c03727ed2470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6"/>
  <p:tag name="KSO_WM_SLIDE_BACKGROUND_TYPE" val="leftRight"/>
  <p:tag name="KSO_WM_TAG_VERSION" val="1.0"/>
  <p:tag name="KSO_WM_TEMPLATE_CATEGORY" val="chip"/>
  <p:tag name="KSO_WM_TEMPLATE_INDEX" val="20201293"/>
  <p:tag name="KSO_WM_UNIT_COMPATIBLE" val="0"/>
  <p:tag name="KSO_WM_UNIT_DEC_AREA_ID" val="1d59e8ea84f849ada1bcf878678826e4"/>
  <p:tag name="KSO_WM_UNIT_DECORATE_INFO" val="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chip20201293_5*i*1"/>
  <p:tag name="KSO_WM_UNIT_INDEX" val="1"/>
  <p:tag name="KSO_WM_UNIT_LAYERLEVEL" val="1"/>
  <p:tag name="KSO_WM_UNIT_SM_LIMIT_TYPE" val="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02b7eab650cc40d39006fce446f7fe43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SLIDE_BACKGROUND_TYPE" val="leftRight"/>
  <p:tag name="KSO_WM_TAG_VERSION" val="1.0"/>
  <p:tag name="KSO_WM_TEMPLATE_CATEGORY" val="chip"/>
  <p:tag name="KSO_WM_TEMPLATE_INDEX" val="20201293"/>
  <p:tag name="KSO_WM_UNIT_COMPATIBLE" val="0"/>
  <p:tag name="KSO_WM_UNIT_DEC_AREA_ID" val="2a643f70f90349f49bd0b4e8a8c3011f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f33360b5c486479486f189883183c53a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SLIDE_BACKGROUND_TYPE" val="leftRight"/>
  <p:tag name="KSO_WM_TAG_VERSION" val="1.0"/>
  <p:tag name="KSO_WM_TEMPLATE_CATEGORY" val="chip"/>
  <p:tag name="KSO_WM_TEMPLATE_INDEX" val="20201293"/>
  <p:tag name="KSO_WM_UNIT_COMPATIBLE" val="0"/>
  <p:tag name="KSO_WM_UNIT_DEC_AREA_ID" val="0130ad08a7fd42a3ba645fd34681ba96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29a7da2a7710452499ce906a6815b25a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6"/>
  <p:tag name="KSO_WM_SLIDE_BACKGROUND_TYPE" val="topBottom"/>
  <p:tag name="KSO_WM_TAG_VERSION" val="1.0"/>
  <p:tag name="KSO_WM_TEMPLATE_CATEGORY" val="chip"/>
  <p:tag name="KSO_WM_TEMPLATE_INDEX" val="20201293"/>
  <p:tag name="KSO_WM_UNIT_COMPATIBLE" val="0"/>
  <p:tag name="KSO_WM_UNIT_DEC_AREA_ID" val="9ce9fcbcdd454ec6b7cb78105b003fd3"/>
  <p:tag name="KSO_WM_UNIT_DECORATE_INFO" val="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chip20201293_5*i*1"/>
  <p:tag name="KSO_WM_UNIT_INDEX" val="1"/>
  <p:tag name="KSO_WM_UNIT_LAYERLEVEL" val="1"/>
  <p:tag name="KSO_WM_UNIT_SM_LIMIT_TYPE" val="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58d234d209be4976b2e0cf01005a0ef0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SLIDE_BACKGROUND_TYPE" val="topBottom"/>
  <p:tag name="KSO_WM_TAG_VERSION" val="1.0"/>
  <p:tag name="KSO_WM_TEMPLATE_CATEGORY" val="chip"/>
  <p:tag name="KSO_WM_TEMPLATE_INDEX" val="20201293"/>
  <p:tag name="KSO_WM_UNIT_COMPATIBLE" val="0"/>
  <p:tag name="KSO_WM_UNIT_DEC_AREA_ID" val="bb1dbd7aca9e40908e1e17eb10411702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f5a2004ac49b4bb69c57f8a02a26ca3c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SLIDE_BACKGROUND_TYPE" val="topBottom"/>
  <p:tag name="KSO_WM_TAG_VERSION" val="1.0"/>
  <p:tag name="KSO_WM_TEMPLATE_CATEGORY" val="chip"/>
  <p:tag name="KSO_WM_TEMPLATE_INDEX" val="20201293"/>
  <p:tag name="KSO_WM_UNIT_COMPATIBLE" val="0"/>
  <p:tag name="KSO_WM_UNIT_DEC_AREA_ID" val="e002303fbfca4df79512f67617623bff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1fc67831cb5a49c892673ec7cdbcd031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6"/>
  <p:tag name="KSO_WM_SLIDE_BACKGROUND_TYPE" val="bottomTop"/>
  <p:tag name="KSO_WM_TAG_VERSION" val="1.0"/>
  <p:tag name="KSO_WM_TEMPLATE_CATEGORY" val="chip"/>
  <p:tag name="KSO_WM_TEMPLATE_INDEX" val="20201293"/>
  <p:tag name="KSO_WM_UNIT_COMPATIBLE" val="0"/>
  <p:tag name="KSO_WM_UNIT_DEC_AREA_ID" val="fb223afda20e4bc98e7e527da0d40614"/>
  <p:tag name="KSO_WM_UNIT_DECORATE_INFO" val="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chip20201293_5*i*1"/>
  <p:tag name="KSO_WM_UNIT_INDEX" val="1"/>
  <p:tag name="KSO_WM_UNIT_LAYERLEVEL" val="1"/>
  <p:tag name="KSO_WM_UNIT_SM_LIMIT_TYPE" val="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ae053a95a3884383997281928459716d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SLIDE_BACKGROUND_TYPE" val="bottomTop"/>
  <p:tag name="KSO_WM_TAG_VERSION" val="1.0"/>
  <p:tag name="KSO_WM_TEMPLATE_CATEGORY" val="chip"/>
  <p:tag name="KSO_WM_TEMPLATE_INDEX" val="20201293"/>
  <p:tag name="KSO_WM_UNIT_COMPATIBLE" val="0"/>
  <p:tag name="KSO_WM_UNIT_DEC_AREA_ID" val="43ced91df8614865bce67ad2c5869386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56ee6a1a3283454ab095ea878c93175b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SLIDE_BACKGROUND_TYPE" val="bottomTop"/>
  <p:tag name="KSO_WM_TAG_VERSION" val="1.0"/>
  <p:tag name="KSO_WM_TEMPLATE_CATEGORY" val="chip"/>
  <p:tag name="KSO_WM_TEMPLATE_INDEX" val="20201293"/>
  <p:tag name="KSO_WM_UNIT_COMPATIBLE" val="0"/>
  <p:tag name="KSO_WM_UNIT_DEC_AREA_ID" val="18b5cfe565f84a319a39b55186d91e5d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6ae098f97e7544f99dcde5a345b84b25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6"/>
  <p:tag name="KSO_WM_SLIDE_BACKGROUND_TYPE" val="navigation"/>
  <p:tag name="KSO_WM_TAG_VERSION" val="1.0"/>
  <p:tag name="KSO_WM_TEMPLATE_CATEGORY" val="chip"/>
  <p:tag name="KSO_WM_TEMPLATE_INDEX" val="20201293"/>
  <p:tag name="KSO_WM_UNIT_COMPATIBLE" val="0"/>
  <p:tag name="KSO_WM_UNIT_DEC_AREA_ID" val="21db78a4d71642f9a87d6340830d1301"/>
  <p:tag name="KSO_WM_UNIT_DECORATE_INFO" val="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chip20201293_5*i*1"/>
  <p:tag name="KSO_WM_UNIT_INDEX" val="1"/>
  <p:tag name="KSO_WM_UNIT_LAYERLEVEL" val="1"/>
  <p:tag name="KSO_WM_UNIT_SM_LIMIT_TYPE" val="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acf38ca99e8c4975816fd3b4fa3bcaef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SLIDE_BACKGROUND_TYPE" val="navigation"/>
  <p:tag name="KSO_WM_TAG_VERSION" val="1.0"/>
  <p:tag name="KSO_WM_TEMPLATE_CATEGORY" val="chip"/>
  <p:tag name="KSO_WM_TEMPLATE_INDEX" val="20201293"/>
  <p:tag name="KSO_WM_UNIT_COMPATIBLE" val="0"/>
  <p:tag name="KSO_WM_UNIT_DEC_AREA_ID" val="c62eb7bccd404f4ca7c94d4633816c75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3cb715d7cd84472bb6f1213135d85596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SLIDE_BACKGROUND_TYPE" val="navigation"/>
  <p:tag name="KSO_WM_TAG_VERSION" val="1.0"/>
  <p:tag name="KSO_WM_TEMPLATE_CATEGORY" val="chip"/>
  <p:tag name="KSO_WM_TEMPLATE_INDEX" val="20201293"/>
  <p:tag name="KSO_WM_UNIT_COMPATIBLE" val="0"/>
  <p:tag name="KSO_WM_UNIT_DEC_AREA_ID" val="43565377674c4cd0a3bff888d75576a0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3588f85b4d0f401db79975545894d9c4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6"/>
  <p:tag name="KSO_WM_SLIDE_BACKGROUND_TYPE" val="belt"/>
  <p:tag name="KSO_WM_TAG_VERSION" val="1.0"/>
  <p:tag name="KSO_WM_TEMPLATE_CATEGORY" val="chip"/>
  <p:tag name="KSO_WM_TEMPLATE_INDEX" val="20201293"/>
  <p:tag name="KSO_WM_UNIT_COMPATIBLE" val="0"/>
  <p:tag name="KSO_WM_UNIT_DEC_AREA_ID" val="31b30d0a2a7348c58dd356ae2b691024"/>
  <p:tag name="KSO_WM_UNIT_DECORATE_INFO" val="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chip20201293_5*i*1"/>
  <p:tag name="KSO_WM_UNIT_INDEX" val="1"/>
  <p:tag name="KSO_WM_UNIT_LAYERLEVEL" val="1"/>
  <p:tag name="KSO_WM_UNIT_SM_LIMIT_TYPE" val="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780169f800204570a19767162010aec9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4"/>
  <p:tag name="KSO_WM_SLIDE_BACKGROUND_TYPE" val="belt"/>
  <p:tag name="KSO_WM_TAG_VERSION" val="1.0"/>
  <p:tag name="KSO_WM_TEMPLATE_CATEGORY" val="chip"/>
  <p:tag name="KSO_WM_TEMPLATE_INDEX" val="20201293"/>
  <p:tag name="KSO_WM_UNIT_COMPATIBLE" val="0"/>
  <p:tag name="KSO_WM_UNIT_DEC_AREA_ID" val="7777104886814beabcda27e16173ea6d"/>
  <p:tag name="KSO_WM_UNIT_DECORATE_INFO" val=""/>
  <p:tag name="KSO_WM_UNIT_DIAGRAM_ISNUMVISUAL" val="0"/>
  <p:tag name="KSO_WM_UNIT_DIAGRAM_ISREFERUNIT" val="0"/>
  <p:tag name="KSO_WM_UNIT_HIGHLIGHT" val="0"/>
  <p:tag name="KSO_WM_UNIT_ID" val="chip20201293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SSEMBLE_CHIP_INDEX" val="e66040eb1a6e446992c17124a1fc928c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a0fd07a8fc48be8080e791"/>
  <p:tag name="KSO_WM_CHIP_XID" val="5fa0fd07a8fc48be8080e795"/>
  <p:tag name="KSO_WM_SLIDE_BACKGROUND_TYPE" val="belt"/>
  <p:tag name="KSO_WM_TAG_VERSION" val="1.0"/>
  <p:tag name="KSO_WM_TEMPLATE_CATEGORY" val="chip"/>
  <p:tag name="KSO_WM_TEMPLATE_INDEX" val="20201293"/>
  <p:tag name="KSO_WM_UNIT_COMPATIBLE" val="0"/>
  <p:tag name="KSO_WM_UNIT_DEC_AREA_ID" val="a2a9c69b03444257a848bde0c59860b4"/>
  <p:tag name="KSO_WM_UNIT_DECORATE_INFO" val=""/>
  <p:tag name="KSO_WM_UNIT_DIAGRAM_ISNUMVISUAL" val="0"/>
  <p:tag name="KSO_WM_UNIT_DIAGRAM_ISREFERUNIT" val="0"/>
  <p:tag name="KSO_WM_UNIT_HIGHLIGHT" val="0"/>
  <p:tag name="KSO_WM_UNIT_ID" val="chip20201293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6F62A1"/>
      </a:accent1>
      <a:accent2>
        <a:srgbClr val="4775AD"/>
      </a:accent2>
      <a:accent3>
        <a:srgbClr val="3A8599"/>
      </a:accent3>
      <a:accent4>
        <a:srgbClr val="4A8D79"/>
      </a:accent4>
      <a:accent5>
        <a:srgbClr val="708F62"/>
      </a:accent5>
      <a:accent6>
        <a:srgbClr val="A08C6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Microsoft Macintosh PowerPoint</Application>
  <PresentationFormat>Widescreen</PresentationFormat>
  <Paragraphs>129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微软雅黑</vt:lpstr>
      <vt:lpstr>宋体</vt:lpstr>
      <vt:lpstr>Arial</vt:lpstr>
      <vt:lpstr>Calibri</vt:lpstr>
      <vt:lpstr>Times New Roman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/>
  <cp:lastModifiedBy>Qing NI</cp:lastModifiedBy>
  <cp:revision>415</cp:revision>
  <dcterms:created xsi:type="dcterms:W3CDTF">2024-03-01T08:12:55Z</dcterms:created>
  <dcterms:modified xsi:type="dcterms:W3CDTF">2026-07-22T05:16:58Z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1033-6.5.1.8687</vt:lpwstr>
  </property>
  <property fmtid="{D5CDD505-2E9C-101B-9397-08002B2CF9AE}" pid="3" name="ICV">
    <vt:lpwstr>76C283404A0AAAB404DDE263E0485186</vt:lpwstr>
  </property>
</Properties>
</file>