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9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53F"/>
    <a:srgbClr val="D3B8EA"/>
    <a:srgbClr val="E98E3B"/>
    <a:srgbClr val="0000FF"/>
    <a:srgbClr val="CCC2B7"/>
    <a:srgbClr val="BCB4A1"/>
    <a:srgbClr val="942FE5"/>
    <a:srgbClr val="BD92DF"/>
    <a:srgbClr val="99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9" autoAdjust="0"/>
    <p:restoredTop sz="36292"/>
  </p:normalViewPr>
  <p:slideViewPr>
    <p:cSldViewPr snapToGrid="0">
      <p:cViewPr varScale="1">
        <p:scale>
          <a:sx n="35" d="100"/>
          <a:sy n="35" d="100"/>
        </p:scale>
        <p:origin x="3432" y="1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722B0-ABAC-164C-BFD8-9A088EF21B6F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96A3-AE8C-A844-AB99-1809256FE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1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765E9-F315-0575-0A73-CCA86B09ABEF}"/>
              </a:ext>
            </a:extLst>
          </p:cNvPr>
          <p:cNvSpPr txBox="1"/>
          <p:nvPr/>
        </p:nvSpPr>
        <p:spPr>
          <a:xfrm>
            <a:off x="-1" y="0"/>
            <a:ext cx="121920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 interviewed ____ ______ _______ ______ teenagers.</a:t>
            </a:r>
            <a:r>
              <a:rPr lang="zh-CN" alt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随机选择</a:t>
            </a:r>
            <a:endParaRPr lang="en-GB" sz="3200" b="1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winning numbers are ___________ selected by the computer.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_________ (seem) random sequence of numbers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Names were chosen ____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random </a:t>
            </a: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from a list.</a:t>
            </a:r>
          </a:p>
          <a:p>
            <a:pPr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名字是从名单中随便点的。</a:t>
            </a:r>
            <a:endParaRPr lang="en-GB" sz="3200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533F4293-2A6C-6E7A-5CDE-56DA5D5FB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945" y="-38910"/>
            <a:ext cx="5330825" cy="59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      random  selection   of</a:t>
            </a:r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3AABF985-CC82-8F60-67D1-F062768EC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413" y="450255"/>
            <a:ext cx="5330825" cy="59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randomly</a:t>
            </a:r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B3011583-C358-A987-C747-DE7E14A1B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700" y="958790"/>
            <a:ext cx="5330825" cy="59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seemingly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B5593E-9755-F544-CF2C-4B2646F98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5741" y="1409045"/>
            <a:ext cx="1235314" cy="59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at</a:t>
            </a:r>
          </a:p>
        </p:txBody>
      </p:sp>
    </p:spTree>
    <p:extLst>
      <p:ext uri="{BB962C8B-B14F-4D97-AF65-F5344CB8AC3E}">
        <p14:creationId xmlns:p14="http://schemas.microsoft.com/office/powerpoint/2010/main" val="278924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3200">
            <a:latin typeface="Times New Roman" panose="02020603050405020304" charset="0"/>
            <a:cs typeface="Times New Roman" panose="020206030504050203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54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Songti SC</vt:lpstr>
      <vt:lpstr>Aptos</vt:lpstr>
      <vt:lpstr>Arial</vt:lpstr>
      <vt:lpstr>Times New Roman</vt:lpstr>
      <vt:lpstr>Wingdings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288</cp:revision>
  <dcterms:created xsi:type="dcterms:W3CDTF">2019-06-19T02:08:00Z</dcterms:created>
  <dcterms:modified xsi:type="dcterms:W3CDTF">2026-07-23T01:32:42Z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6BDF8861956B418EABBA84D407CFB05A</vt:lpwstr>
  </property>
</Properties>
</file>