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5" r:id="rId1"/>
  </p:sldMasterIdLst>
  <p:notesMasterIdLst>
    <p:notesMasterId r:id="rId5"/>
  </p:notesMasterIdLst>
  <p:sldIdLst>
    <p:sldId id="588" r:id="rId2"/>
    <p:sldId id="589" r:id="rId3"/>
    <p:sldId id="61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472C4"/>
    <a:srgbClr val="0A74F9"/>
    <a:srgbClr val="C4DF92"/>
    <a:srgbClr val="FFFFCC"/>
    <a:srgbClr val="56ADE1"/>
    <a:srgbClr val="C5D6E6"/>
    <a:srgbClr val="FFFFFF"/>
    <a:srgbClr val="E9EBF5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享受政府补助金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450850" indent="-450850">
              <a:lnSpc>
                <a:spcPct val="120000"/>
              </a:lnSpc>
            </a:pPr>
            <a:r>
              <a:rPr lang="zh-CN" altLang="en-US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我们精打细算一点，就能够负担这次旅行。</a:t>
            </a:r>
          </a:p>
          <a:p>
            <a:pPr marL="450850" indent="-450850">
              <a:lnSpc>
                <a:spcPct val="120000"/>
              </a:lnSpc>
            </a:pPr>
            <a:r>
              <a:rPr lang="en-US"/>
              <a:t>tighten your belt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/>
              <a:t>便宜的航班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/>
              <a:t>节约节省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2026/7/23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t>‹#›</a:t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51765" y="287020"/>
            <a:ext cx="1204023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She spoke slowly, __________________________.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斟酌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我认真权衡了这个计划的优点和有关的风险。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 _______ the benefits of the plan _____ the risks involved.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对失败的害怕沉重地压在他心上。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The fear of failure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weighed heavily on his mind.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After hearing the news,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weight in his chest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seemed to disappear.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news was certainly ____ ____ ____ my mind.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335020" y="2870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weighing what she would say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389120" y="37706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a   weight   off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40690" y="1473200"/>
            <a:ext cx="858964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weighed                                         again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91831" y="540305"/>
            <a:ext cx="11277734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ask for a receipt / Can I have a receipt?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goods will be dispatched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on receipt of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 order form.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</a:rPr>
              <a:t>订单一到即发货。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Johnston had claimed to be unemployed and was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in receipt of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state benefits.</a:t>
            </a:r>
          </a:p>
          <a:p>
            <a:pPr indent="0" fontAlgn="auto">
              <a:lnSpc>
                <a:spcPct val="120000"/>
              </a:lnSpc>
            </a:pPr>
            <a:endParaRPr lang="en-US" altLang="en-US" sz="3200" b="1" dirty="0">
              <a:solidFill>
                <a:srgbClr val="000000"/>
              </a:solidFill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15301" y="231060"/>
            <a:ext cx="11277734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decorated the house ____ ____ ____ ____. </a:t>
            </a:r>
            <a:r>
              <a:rPr lang="zh-CN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俭省地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work was finished on time and ______ ______. </a:t>
            </a:r>
            <a:r>
              <a:rPr lang="zh-CN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在预算内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They went over budget.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budget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deficit / surplus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If we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budget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carefully we'll be able to afford the trip.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Ten million dollars has been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budgeted </a:t>
            </a:r>
            <a:r>
              <a:rPr lang="en-US" altLang="en-US" sz="3200" b="1" dirty="0">
                <a:solidFill>
                  <a:srgbClr val="00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for the project.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We're going to have to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economize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from now on.</a:t>
            </a:r>
            <a:endParaRPr lang="en-US" altLang="en-US" sz="3200" b="1" dirty="0">
              <a:solidFill>
                <a:srgbClr val="00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budget flight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592955" y="2311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on   a  tight budget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441440" y="7759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within  budget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2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450850" indent="-450850">
          <a:lnSpc>
            <a:spcPct val="120000"/>
          </a:lnSpc>
          <a:defRPr sz="3200" b="1" dirty="0" smtClean="0">
            <a:solidFill>
              <a:srgbClr val="000000"/>
            </a:solidFill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Macintosh PowerPoint</Application>
  <PresentationFormat>Widescreen</PresentationFormat>
  <Paragraphs>29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Times New Roman Bold</vt:lpstr>
      <vt:lpstr>Times New Roman Bold Italic</vt:lpstr>
      <vt:lpstr>Times New Roman Regular</vt:lpstr>
      <vt:lpstr>Arial</vt:lpstr>
      <vt:lpstr>Calibri</vt:lpstr>
      <vt:lpstr>Wingdings</vt:lpstr>
      <vt:lpstr>2_Office 主题​​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426</cp:revision>
  <dcterms:created xsi:type="dcterms:W3CDTF">2025-06-17T23:20:43Z</dcterms:created>
  <dcterms:modified xsi:type="dcterms:W3CDTF">2026-07-23T01:30:45Z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829BB3DDE85EA893DCA94268E0E8164E_42</vt:lpwstr>
  </property>
  <property fmtid="{D5CDD505-2E9C-101B-9397-08002B2CF9AE}" pid="3" name="KSOProductBuildVer">
    <vt:lpwstr>1033-7.4.1.8983</vt:lpwstr>
  </property>
</Properties>
</file>