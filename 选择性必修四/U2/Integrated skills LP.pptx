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0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5EF"/>
    <a:srgbClr val="ED7D31"/>
    <a:srgbClr val="FFFFCC"/>
    <a:srgbClr val="9933FF"/>
    <a:srgbClr val="6EE2CE"/>
    <a:srgbClr val="FFFFFF"/>
    <a:srgbClr val="D9D9D9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96" y="184"/>
      </p:cViewPr>
      <p:guideLst>
        <p:guide orient="horz" pos="214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3070" y="217056"/>
            <a:ext cx="11164316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举办诗歌朗诵会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The event began with 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recitation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from the Book of Songs.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The job didn’t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stretch </a:t>
            </a:r>
            <a:r>
              <a:rPr lang="en-US" altLang="en-US" sz="3200" b="1" dirty="0">
                <a:latin typeface="Times New Roman" panose="02020503050405090304" charset="0"/>
                <a:cs typeface="Times New Roman" panose="02020503050405090304" charset="0"/>
              </a:rPr>
              <a:t>me enough, so I decided to go.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i="1" dirty="0">
                <a:solidFill>
                  <a:srgbClr val="0505EF"/>
                </a:solidFill>
                <a:latin typeface="Times New Roman" panose="02020503050405090304" charset="0"/>
                <a:cs typeface="Times New Roman" panose="02020503050405090304" charset="0"/>
              </a:rPr>
              <a:t>make use of all one’s skills and intelligence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使发挥出全部本领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cooperative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cooperation</a:t>
            </a:r>
          </a:p>
          <a:p>
            <a:pPr marL="450850" indent="-450850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expand one’s horizons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open one’s mind (to new ideas)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gain a new perspective / see things from a new perspective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become more open-minded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495675" y="17907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give a poetry recital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321</cp:revision>
  <dcterms:created xsi:type="dcterms:W3CDTF">2025-05-22T02:32:30Z</dcterms:created>
  <dcterms:modified xsi:type="dcterms:W3CDTF">2026-07-23T01:28:46Z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1033-7.4.1.8983</vt:lpwstr>
  </property>
  <property fmtid="{D5CDD505-2E9C-101B-9397-08002B2CF9AE}" pid="3" name="ICV">
    <vt:lpwstr>B0CCF68421E943C8A7320B2489F3A4D0</vt:lpwstr>
  </property>
</Properties>
</file>