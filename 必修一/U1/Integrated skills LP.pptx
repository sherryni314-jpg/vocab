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350" r:id="rId2"/>
    <p:sldId id="352" r:id="rId3"/>
    <p:sldId id="353" r:id="rId4"/>
    <p:sldId id="354" r:id="rId5"/>
    <p:sldId id="351" r:id="rId6"/>
    <p:sldId id="356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29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B79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78" autoAdjust="0"/>
    <p:restoredTop sz="95494" autoAdjust="0"/>
  </p:normalViewPr>
  <p:slideViewPr>
    <p:cSldViewPr showGuides="1">
      <p:cViewPr varScale="1">
        <p:scale>
          <a:sx n="110" d="100"/>
          <a:sy n="110" d="100"/>
        </p:scale>
        <p:origin x="1752" y="168"/>
      </p:cViewPr>
      <p:guideLst>
        <p:guide orient="horz" pos="2127"/>
        <p:guide pos="29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AD7DA-66AB-4E69-9FA2-BC676C37AC9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1659A-D931-4700-8897-76FB64A2E50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aim to do = be intended to do....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A30408-F352-4270-A161-05FEFDA4CA04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C38FE-AE4C-4796-AAFE-A9E51984AD5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560" y="0"/>
            <a:ext cx="8999220" cy="667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proposal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plan or suggestion which is made formally to an official person or group, or the act of making it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计划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建议，提议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proposal for/to build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new high-speed railway met with strong opposition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反对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proposal that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new high-speed railway should be built ...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propose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提议；建议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proposed changes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to the old system.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proposed that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book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(should) be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banned.</a:t>
            </a:r>
          </a:p>
          <a:p>
            <a:pPr>
              <a:lnSpc>
                <a:spcPct val="120000"/>
              </a:lnSpc>
            </a:pP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proposed that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560" y="-99060"/>
            <a:ext cx="9071610" cy="63925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fontAlgn="auto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aim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you hope to achieve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目标，意图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 main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aim of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course </a:t>
            </a:r>
            <a:r>
              <a:rPr lang="en-US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is to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improve your writing.</a:t>
            </a:r>
          </a:p>
          <a:p>
            <a:pPr indent="-44640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Teamwork is required in order to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achieve these aims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fontAlgn="auto">
              <a:lnSpc>
                <a:spcPct val="120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560" y="-99060"/>
            <a:ext cx="9071610" cy="63925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aim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v.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to try or intend to achieve something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以</a:t>
            </a:r>
            <a:r>
              <a:rPr lang="en-US" altLang="zh-CN" sz="3200" b="1" dirty="0">
                <a:solidFill>
                  <a:srgbClr val="FF0000"/>
                </a:solidFill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为目标</a:t>
            </a:r>
          </a:p>
          <a:p>
            <a:pPr marL="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has always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aimed high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0" lvl="1"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他总是心气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目标很高。</a:t>
            </a:r>
          </a:p>
          <a:p>
            <a:pPr marL="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government is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aiming at/for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50% reduction in unemployment.</a:t>
            </a:r>
          </a:p>
          <a:p>
            <a:pPr marL="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政府正着力将失业人数减少 50%。</a:t>
            </a:r>
          </a:p>
          <a:p>
            <a:pPr marL="0" lvl="1"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They are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aiming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reduce unemployment by 50%.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lvl="1" indent="0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2)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瞄准；对准</a:t>
            </a:r>
          </a:p>
          <a:p>
            <a:pPr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was aiming at the tree but hit the car by mistake.</a:t>
            </a:r>
          </a:p>
          <a:p>
            <a:pPr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我对准树射击，不料误中了汽车。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560" y="-99060"/>
            <a:ext cx="9071610" cy="63925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aimless adj.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没有方向的，无目的的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aimlessly adv.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He led an aimless sort of life.</a:t>
            </a: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他过着一种漫无目的的生活。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 wandered aimlessly.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我漫无目的地到处游逛。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560" y="-170815"/>
            <a:ext cx="9197975" cy="64897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lnSpc>
                <a:spcPct val="114000"/>
              </a:lnSpc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technique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marL="92075" indent="-92075">
              <a:lnSpc>
                <a:spcPct val="114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special way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doing </a:t>
            </a:r>
            <a:r>
              <a:rPr lang="en-US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技巧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手法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a way of doing </a:t>
            </a:r>
            <a:r>
              <a:rPr lang="en-US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which needs skill 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技术，技能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problem-solving/communication/writing techniques</a:t>
            </a:r>
          </a:p>
          <a:p>
            <a:pPr>
              <a:lnSpc>
                <a:spcPct val="114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write short stories using different techniques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用不同的技巧写短篇小说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利用网络资源做研究</a:t>
            </a: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do research using online resources</a:t>
            </a:r>
          </a:p>
          <a:p>
            <a:pPr>
              <a:lnSpc>
                <a:spcPct val="114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hold/attend a workshop</a:t>
            </a:r>
          </a:p>
          <a:p>
            <a:pPr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举办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参加研讨会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132455" y="2565400"/>
            <a:ext cx="7106285" cy="527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400" b="1">
                <a:latin typeface="Times New Roman Bold" panose="02020503050405090304" charset="0"/>
                <a:cs typeface="Times New Roman Bold" panose="02020503050405090304" charset="0"/>
              </a:rPr>
              <a:t>[                                ]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5560" y="-99060"/>
            <a:ext cx="9197975" cy="64897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355600" indent="-355600">
              <a:lnSpc>
                <a:spcPct val="114000"/>
              </a:lnSpc>
              <a:buFont typeface="Arial" panose="020B0604020202090204" pitchFamily="34" charset="0"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professional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职业的，专业的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14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profession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职业、专业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+ -al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构成</a:t>
            </a:r>
          </a:p>
          <a:p>
            <a:pPr indent="-446405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dealt with the problem in a highly professional way.</a:t>
            </a:r>
          </a:p>
          <a:p>
            <a:pPr indent="-446405" fontAlgn="auto"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他处理这个问题非常专业。</a:t>
            </a:r>
          </a:p>
          <a:p>
            <a:pPr indent="-446405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professional skills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专业技能</a:t>
            </a:r>
          </a:p>
          <a:p>
            <a:pPr indent="-446405" fontAlgn="auto">
              <a:lnSpc>
                <a:spcPct val="114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你一定不能错过这次职业发展的机会。</a:t>
            </a:r>
          </a:p>
          <a:p>
            <a:pPr indent="-446405" fontAlgn="auto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 can’t miss this opportunity for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professional development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14000"/>
              </a:lnSpc>
            </a:pP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14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professional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专家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=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expert, specialist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Macintosh PowerPoint</Application>
  <PresentationFormat>On-screen Show (4:3)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宋体</vt:lpstr>
      <vt:lpstr>Times New Roman Bold</vt:lpstr>
      <vt:lpstr>Times New Roman Bold Italic</vt:lpstr>
      <vt:lpstr>Arial</vt:lpstr>
      <vt:lpstr>Calibri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70</cp:revision>
  <dcterms:created xsi:type="dcterms:W3CDTF">2024-05-30T02:11:12Z</dcterms:created>
  <dcterms:modified xsi:type="dcterms:W3CDTF">2026-07-22T12:29:37Z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DBF9B856F774588E3437F86483D8E6C6_42</vt:lpwstr>
  </property>
  <property fmtid="{D5CDD505-2E9C-101B-9397-08002B2CF9AE}" pid="3" name="KSOProductBuildVer">
    <vt:lpwstr>1033-6.7.1.8828</vt:lpwstr>
  </property>
</Properties>
</file>