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9" r:id="rId2"/>
    <p:sldId id="284" r:id="rId3"/>
    <p:sldId id="306" r:id="rId4"/>
    <p:sldId id="307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howGuides="1">
      <p:cViewPr varScale="1">
        <p:scale>
          <a:sx n="103" d="100"/>
          <a:sy n="103" d="100"/>
        </p:scale>
        <p:origin x="800" y="184"/>
      </p:cViewPr>
      <p:guideLst>
        <p:guide orient="horz" pos="2162"/>
        <p:guide pos="3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66" y="188501"/>
            <a:ext cx="6048672" cy="89661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1770" y="981075"/>
            <a:ext cx="5614670" cy="481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一直感觉到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身体有点不舒服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但说实话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使锻炼成为我生活通常的一部分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做某事很难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把锻炼纳入我繁忙的日程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和朋友一起闲逛</a:t>
            </a:r>
          </a:p>
        </p:txBody>
      </p:sp>
      <p:sp>
        <p:nvSpPr>
          <p:cNvPr id="4" name="矩形 3"/>
          <p:cNvSpPr/>
          <p:nvPr/>
        </p:nvSpPr>
        <p:spPr>
          <a:xfrm>
            <a:off x="6024245" y="1052830"/>
            <a:ext cx="5614670" cy="54063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并不只是时间的问题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担心钱的问题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负担不起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的费用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报名参加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的课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附近的健身房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13.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的确想试试游泳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14.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我认为我不能在健身房锻炼。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75460" y="764540"/>
            <a:ext cx="9326245" cy="4076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15. Last but not least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16. ...it’s hard for me to stick with an exercise routine.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17. repeat the same movement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day </a:t>
            </a:r>
            <a:r>
              <a:rPr lang="en-US" altLang="zh-CN" sz="36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after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day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17. have no one to talk ____</a:t>
            </a:r>
          </a:p>
          <a:p>
            <a:pPr marL="358775" indent="-358775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18. do sth.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my 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915" y="44450"/>
            <a:ext cx="11301730" cy="658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postion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in a difficult position</a:t>
            </a: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	in the same/similar position</a:t>
            </a:r>
          </a:p>
          <a:p>
            <a:pPr marL="457200" lvl="1" indent="45720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an awkward position</a:t>
            </a: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处境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艰难，不得不向朋友撒谎。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was ____ ____ __________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having to lie to her friend.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He applied for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position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manager.</a:t>
            </a: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职位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Let me sit in a comfortable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position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姿势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He once more stated his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position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educational fairness.</a:t>
            </a: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观点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889760" y="27806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      a         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915" y="44450"/>
            <a:ext cx="11301730" cy="550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句式剖析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 am pretty sure that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would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give up </a:t>
            </a:r>
            <a:r>
              <a:rPr lang="en-US" altLang="zh-CN" sz="3200" b="1" i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</a:t>
            </a:r>
            <a:r>
              <a:rPr lang="en-US" altLang="zh-CN" sz="3200" b="1" i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partner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含蓄条件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非真实条件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</a:t>
            </a:r>
            <a:r>
              <a:rPr lang="en-US" altLang="zh-CN" sz="3200" b="1" i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partner: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didn’t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have a partner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Without air, we ________ not live on the Earth.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现在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Without your help, I _______ not have finished my work on time.(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过去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Without permission from the authority, we ________ not have the gathering in the park tomorrow.(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将来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marL="358775" indent="-358775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51630" y="2204720"/>
            <a:ext cx="1380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would</a:t>
            </a:r>
          </a:p>
        </p:txBody>
      </p:sp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5015865" y="2780665"/>
            <a:ext cx="1380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would</a:t>
            </a: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8903970" y="3789045"/>
            <a:ext cx="13804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would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01431fc-ee33-498e-b90f-7b275b02eac1"/>
  <p:tag name="COMMONDATA" val="eyJoZGlkIjoiYmMzNWU1ZjI4ZWM4ZjAwYzEwNGU0ZTY1NDhkZjk1Z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Macintosh PowerPoint</Application>
  <PresentationFormat>Widescreen</PresentationFormat>
  <Paragraphs>42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1_Office 主题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86</cp:revision>
  <dcterms:created xsi:type="dcterms:W3CDTF">2023-12-14T03:12:50Z</dcterms:created>
  <dcterms:modified xsi:type="dcterms:W3CDTF">2026-07-22T13:07:37Z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1648C9028D9A467AADDE7487B46AACAF</vt:lpwstr>
  </property>
  <property fmtid="{D5CDD505-2E9C-101B-9397-08002B2CF9AE}" pid="3" name="KSOProductBuildVer">
    <vt:lpwstr>1033-6.4.0.8550</vt:lpwstr>
  </property>
</Properties>
</file>