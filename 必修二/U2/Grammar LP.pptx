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1"/>
  </p:notesMasterIdLst>
  <p:sldIdLst>
    <p:sldId id="323" r:id="rId3"/>
    <p:sldId id="322" r:id="rId4"/>
    <p:sldId id="324" r:id="rId5"/>
    <p:sldId id="327" r:id="rId6"/>
    <p:sldId id="328" r:id="rId7"/>
    <p:sldId id="329" r:id="rId8"/>
    <p:sldId id="336" r:id="rId9"/>
    <p:sldId id="330" r:id="rId10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5032" autoAdjust="0"/>
  </p:normalViewPr>
  <p:slideViewPr>
    <p:cSldViewPr showGuides="1">
      <p:cViewPr varScale="1">
        <p:scale>
          <a:sx n="104" d="100"/>
          <a:sy n="104" d="100"/>
        </p:scale>
        <p:origin x="800" y="192"/>
      </p:cViewPr>
      <p:guideLst>
        <p:guide orient="horz" pos="2160"/>
        <p:guide pos="384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0E52DA-F407-4649-8F3E-6E693072AD82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DE655-600F-4328-90F8-29AF4674194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up to date adj.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2026/7/22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83205" y="1268730"/>
            <a:ext cx="6096000" cy="3082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Useful phrases </a:t>
            </a:r>
          </a:p>
          <a:p>
            <a:pPr algn="ctr">
              <a:lnSpc>
                <a:spcPct val="120000"/>
              </a:lnSpc>
            </a:pPr>
            <a:r>
              <a:rPr lang="en-US" altLang="zh-CN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&amp;</a:t>
            </a:r>
          </a:p>
          <a:p>
            <a:pPr algn="ctr">
              <a:lnSpc>
                <a:spcPct val="120000"/>
              </a:lnSpc>
            </a:pPr>
            <a:r>
              <a:rPr lang="en-US" altLang="zh-CN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language points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3525" y="-99695"/>
            <a:ext cx="12188190" cy="6587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1. announce: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tell people publicly</a:t>
            </a: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 We are happy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announce that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...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我们很高兴地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宣布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。。。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announce a plan/a decision/an intention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announce sth. to sb.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向某人宣布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is announced that....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据宣布这家公司将裁员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10%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this company will reduce/lay off 10% of the staff.</a:t>
            </a:r>
            <a:endParaRPr lang="zh-CN" altLang="en-US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 The loudspeaker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announced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that our flight would be delayed.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通知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 make an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announcement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announcer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广播员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2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990" y="45085"/>
            <a:ext cx="12296140" cy="5996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put finishing touches to ...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对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做最后的润色或修饰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update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使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现代化，更新</a:t>
            </a:r>
          </a:p>
          <a:p>
            <a:pPr indent="4572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update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 file/app/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one’s knowledge of sth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indent="457200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 ________ version of the software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软件的升级版本</a:t>
            </a:r>
          </a:p>
          <a:p>
            <a:pPr indent="4572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Would you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update me on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 progress?</a:t>
            </a:r>
          </a:p>
          <a:p>
            <a:pPr indent="457200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告知某人某事的最新进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展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= bring/keep me up to date</a:t>
            </a:r>
          </a:p>
          <a:p>
            <a:pPr indent="457200"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update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n.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使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现代化，更新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4572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lecture offered us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 update on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 current economic situation.</a:t>
            </a:r>
          </a:p>
          <a:p>
            <a:pPr indent="4572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news update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最新新闻报道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199515" y="1917065"/>
            <a:ext cx="165925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updated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2" grpId="1"/>
      <p:bldP spid="3" grpId="0"/>
      <p:bldP spid="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1135" y="116840"/>
            <a:ext cx="11835130" cy="5406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Come by and check them out.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过来看看吧。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check sb./sth. out 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察看，观察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我要是听说某个有趣的应用，我就会去看一看。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If I hear about some interesting app, I will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check it out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 called the police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check out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his address.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couple packed the luggage and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checked out of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 hotel.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Magazines in the library cannot be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checked out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8435" y="-99695"/>
            <a:ext cx="11835130" cy="7768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response to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public interest, </a:t>
            </a:r>
            <a:r>
              <a:rPr 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...</a:t>
            </a: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反应，响应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response to sth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make a/no response to sth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 immediate response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第一反应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他打电话回复了我的信。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responded to me with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a phone call. (respond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patient does not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respond to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 medical treatment.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这个病人的治疗不起效果。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Men and women have quite different biological and behavioral ________ (response) to stress.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20015" y="5805170"/>
            <a:ext cx="185928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responses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2" grpId="1"/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9380" y="0"/>
            <a:ext cx="11835130" cy="5996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5.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 replaced with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several fun options,....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替换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(replace A with/by B)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other phrases: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take the place of A, take A’s place, in place of A.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老师永远不会被教室里的电脑完全取代。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Teachers will never be completely replaced by computers in the classroom.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健身中心没有足够的钱更换老旧和破损的健身器材。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fitness centre does not have enough money to replace the old and damaged equipment.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2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1135" y="-99060"/>
            <a:ext cx="11835130" cy="3634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replace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able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可替换的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en-US" altLang="zh-CN" sz="3200" b="1" u="sng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replaceable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（价值高）不可替代的，独一无二的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replacement   (C/U)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replacement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of the broken parts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更换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find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replacement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for the resigned secretary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接替的人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2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1135" y="188595"/>
            <a:ext cx="11835130" cy="5996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6. make preparation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for sth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7. put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facilities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in place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使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到位；把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放在合适位置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8. </a:t>
            </a:r>
            <a:r>
              <a:rPr lang="en-US" altLang="zh-CN" sz="3200" b="1" i="1" u="sng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Despite </a:t>
            </a:r>
            <a:r>
              <a:rPr lang="en-US" altLang="zh-CN" sz="3200" b="1" i="1" u="sng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all these improvemnts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 I have also found something that still needs to be done: so far no basketball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court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has been built.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球场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a tennis/badminton court // (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soccer/football field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on court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在球场上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bring/take sb. to court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起诉某人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She 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was taken to court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for not paying the bill on time.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3) 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court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of Queen Victoria  维多利亚女王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宫廷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2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a80a41d-6f3e-4d7b-968c-f183509ae20e"/>
  <p:tag name="COMMONDATA" val="eyJoZGlkIjoiYmMzNWU1ZjI4ZWM4ZjAwYzEwNGU0ZTY1NDhkZjk1ZT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612</Words>
  <Application>Microsoft Macintosh PowerPoint</Application>
  <PresentationFormat>Widescreen</PresentationFormat>
  <Paragraphs>68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Times New Roman Bold Italic</vt:lpstr>
      <vt:lpstr>Arial</vt:lpstr>
      <vt:lpstr>Calibri</vt:lpstr>
      <vt:lpstr>Times New Roman</vt:lpstr>
      <vt:lpstr>Office 主题</vt:lpstr>
      <vt:lpstr>1_Office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/>
  <cp:lastModifiedBy>Qing NI</cp:lastModifiedBy>
  <cp:revision>119</cp:revision>
  <dcterms:created xsi:type="dcterms:W3CDTF">2023-12-13T02:09:58Z</dcterms:created>
  <dcterms:modified xsi:type="dcterms:W3CDTF">2026-07-22T13:07:03Z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26806752E01E4521B9302A13236C3FF4</vt:lpwstr>
  </property>
  <property fmtid="{D5CDD505-2E9C-101B-9397-08002B2CF9AE}" pid="3" name="KSOProductBuildVer">
    <vt:lpwstr>1033-6.4.0.8550</vt:lpwstr>
  </property>
</Properties>
</file>