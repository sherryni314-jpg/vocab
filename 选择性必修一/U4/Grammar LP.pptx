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16" r:id="rId2"/>
    <p:sldId id="717" r:id="rId3"/>
    <p:sldId id="718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99FF"/>
    <a:srgbClr val="C50A59"/>
    <a:srgbClr val="7E8EA7"/>
    <a:srgbClr val="00CC66"/>
    <a:srgbClr val="FFFFCC"/>
    <a:srgbClr val="E9EBF5"/>
    <a:srgbClr val="CFD5EA"/>
    <a:srgbClr val="4472C4"/>
    <a:srgbClr val="0A7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14325" y="261620"/>
            <a:ext cx="11877040" cy="593344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ideal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理想；典范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 principle, idea, or standard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meet/live up to one’s ideals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打到理想的标准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artistic ideals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艺术理想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政治理想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is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the ideal of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how a soldier should be.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他是军人的典范。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ideal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 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be ideal for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对……是理想的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这个海滩是度假的理想去处。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ideally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理想地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			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idealistic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理想主义的；空想的</a:t>
            </a:r>
          </a:p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42305" y="48126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beach is ideal for a holiday.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14325" y="261620"/>
            <a:ext cx="11670665" cy="593344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/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advocate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/'ædvəkeɪt/</a:t>
            </a:r>
            <a:endParaRPr lang="zh-CN" altLang="en-US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advocate (sb) doing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提倡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拥护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主张（某人）做某事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很多专家主张对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你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小孩的良好表现加以奖励。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Many experts advocate rewarding your child for good behaviour.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report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advocated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all buildings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(should) be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fitted with smoke detectors.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报告主张所有的建筑物都应安装烟雾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探测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器。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advocate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/'ædvəkət/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advocate for/of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hospital workers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医院工作人员的支持者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4325" y="261620"/>
            <a:ext cx="11670665" cy="593344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/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1.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Many experts advocate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___________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(reduce) the amount of children's homework and also advocate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that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children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_________________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(give) more free time.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2.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Some immigrant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__________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(advocate) worry that as hard financial timesmake it more difficult for natives to keep jobs, such measures will become more a vehicle for intolerancethan integration.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3.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She has always been an advocate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_____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changes to English spelling, to make it easier to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learn.</a:t>
            </a:r>
          </a:p>
        </p:txBody>
      </p:sp>
      <p:sp>
        <p:nvSpPr>
          <p:cNvPr id="2" name="Text Box 1"/>
          <p:cNvSpPr txBox="1"/>
          <p:nvPr>
            <p:custDataLst>
              <p:tags r:id="rId3"/>
            </p:custDataLst>
          </p:nvPr>
        </p:nvSpPr>
        <p:spPr>
          <a:xfrm>
            <a:off x="5077460" y="208280"/>
            <a:ext cx="20370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reducing</a:t>
            </a:r>
          </a:p>
        </p:txBody>
      </p:sp>
      <p:sp>
        <p:nvSpPr>
          <p:cNvPr id="3" name="Text Box 2"/>
          <p:cNvSpPr txBox="1"/>
          <p:nvPr>
            <p:custDataLst>
              <p:tags r:id="rId4"/>
            </p:custDataLst>
          </p:nvPr>
        </p:nvSpPr>
        <p:spPr>
          <a:xfrm>
            <a:off x="314325" y="1341120"/>
            <a:ext cx="3622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(should) be given</a:t>
            </a:r>
          </a:p>
        </p:txBody>
      </p:sp>
      <p:sp>
        <p:nvSpPr>
          <p:cNvPr id="4" name="Text Box 3"/>
          <p:cNvSpPr txBox="1"/>
          <p:nvPr>
            <p:custDataLst>
              <p:tags r:id="rId5"/>
            </p:custDataLst>
          </p:nvPr>
        </p:nvSpPr>
        <p:spPr>
          <a:xfrm>
            <a:off x="3937000" y="1969770"/>
            <a:ext cx="3622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advocates</a:t>
            </a:r>
          </a:p>
        </p:txBody>
      </p:sp>
      <p:sp>
        <p:nvSpPr>
          <p:cNvPr id="5" name="Text Box 4"/>
          <p:cNvSpPr txBox="1"/>
          <p:nvPr>
            <p:custDataLst>
              <p:tags r:id="rId6"/>
            </p:custDataLst>
          </p:nvPr>
        </p:nvSpPr>
        <p:spPr>
          <a:xfrm>
            <a:off x="6560185" y="4288155"/>
            <a:ext cx="14674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7675" indent="-44767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for/of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467</cp:revision>
  <dcterms:created xsi:type="dcterms:W3CDTF">2024-09-09T01:43:36Z</dcterms:created>
  <dcterms:modified xsi:type="dcterms:W3CDTF">2026-07-23T00:59:07Z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1033-6.10.1.8873</vt:lpwstr>
  </property>
  <property fmtid="{D5CDD505-2E9C-101B-9397-08002B2CF9AE}" pid="3" name="ICV">
    <vt:lpwstr>F953550E2E913351520378640643BF1B_42</vt:lpwstr>
  </property>
</Properties>
</file>