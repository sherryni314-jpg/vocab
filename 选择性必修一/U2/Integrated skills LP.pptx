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0" r:id="rId2"/>
    <p:sldId id="285" r:id="rId3"/>
    <p:sldId id="283" r:id="rId4"/>
    <p:sldId id="286" r:id="rId5"/>
    <p:sldId id="287" r:id="rId6"/>
    <p:sldId id="28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6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stare into the distance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2B2C2-967E-412B-A74A-08158CDB72D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C5820-5167-44E3-ABDB-6B8ADBCDA7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071" y="565240"/>
            <a:ext cx="5518701" cy="107480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9250" y="1763395"/>
            <a:ext cx="1159827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I turned up the volume and stood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the radio, holding my breath and waiting for the first notes of the song.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3619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look at sb. or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. for a long time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凝视，盯着看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 are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at? </a:t>
            </a:r>
          </a:p>
          <a:p>
            <a:pPr marL="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sat there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staring into space/the distance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</a:p>
          <a:p>
            <a:pPr marL="3619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她坐在那里盯着前方。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2541905" y="3686810"/>
            <a:ext cx="8185785" cy="1768475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stare up/down 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抬头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低头注视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 sb. a blank stare </a:t>
            </a:r>
            <a:r>
              <a:rPr lang="zh-CN" altLang="en-US" sz="3200" b="1" dirty="0">
                <a:latin typeface="+mn-ea"/>
                <a:ea typeface="+mn-ea"/>
                <a:cs typeface="Times New Roman" panose="02020503050405090304" pitchFamily="18" charset="0"/>
              </a:rPr>
              <a:t>面无表情地注视着某人</a:t>
            </a:r>
            <a:endParaRPr lang="en-US" altLang="zh-CN" sz="3200" b="1" dirty="0">
              <a:latin typeface="+mn-ea"/>
              <a:ea typeface="+mn-ea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stare out of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向</a:t>
            </a:r>
            <a:r>
              <a:rPr lang="en-US" altLang="zh-CN" sz="3200" b="1" dirty="0">
                <a:latin typeface="+mn-ea"/>
                <a:ea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ea typeface="+mn-ea"/>
                <a:cs typeface="Times New Roman" panose="02020503050405090304" pitchFamily="18" charset="0"/>
              </a:rPr>
              <a:t>外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凝视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88" y="3792201"/>
            <a:ext cx="1657321" cy="928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7170" y="328930"/>
            <a:ext cx="1163320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gave him a long hard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她狠狠地盯了他好一会。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615" y="445770"/>
            <a:ext cx="1198880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Yes, the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Beatles’s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music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accompanied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me throughout my life.</a:t>
            </a: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accompany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陪伴，陪同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Who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accompany you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the airport?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keep sb company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exist at the same time as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else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伴随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strong winds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accompanied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heavy rain</a:t>
            </a: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accompanied his speech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gestures.</a:t>
            </a: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伴奏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1950" indent="-3619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singer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accompanied at/on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piano by his pupil.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7" y="2109637"/>
            <a:ext cx="1512168" cy="845452"/>
          </a:xfrm>
          <a:prstGeom prst="rect">
            <a:avLst/>
          </a:prstGeom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413107" y="1342517"/>
            <a:ext cx="8496944" cy="2448272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accompany sb.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＝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sb. company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陪伴某人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accompany sb. to …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陪同某人去某地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accompany sb. at/on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用某物为某人伴奏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accompanied by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伴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伴随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4188547"/>
            <a:ext cx="1522237" cy="852453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13107" y="3941669"/>
            <a:ext cx="8496944" cy="1326998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company   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．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[U]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陪伴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陪同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companion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．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[C]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同伴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伙伴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79376" y="1196752"/>
            <a:ext cx="11029056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16280" algn="l"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72100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翻译下面句子。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1) </a:t>
            </a:r>
            <a:r>
              <a:rPr lang="zh-CN" altLang="en-US" sz="3200" b="1" dirty="0">
                <a:latin typeface="Times New Roman" panose="02020503050405090304" pitchFamily="18" charset="0"/>
              </a:rPr>
              <a:t>雷声常常伴随着闪电而来。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Lightning usually accompanies thunder.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2) </a:t>
            </a:r>
            <a:r>
              <a:rPr lang="zh-CN" altLang="en-US" sz="3200" b="1" dirty="0">
                <a:latin typeface="Times New Roman" panose="02020503050405090304" pitchFamily="18" charset="0"/>
              </a:rPr>
              <a:t>请陪我去故乡走一走。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   Please accompany me on the trip to my hometown.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3) </a:t>
            </a:r>
            <a:r>
              <a:rPr lang="zh-CN" altLang="en-US" sz="3200" b="1" dirty="0">
                <a:latin typeface="Times New Roman" panose="02020503050405090304" pitchFamily="18" charset="0"/>
              </a:rPr>
              <a:t>玛丽唱歌，我弹钢琴给她伴奏。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Mary sang and I accompanied her on / at the piano.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3352" y="1196752"/>
            <a:ext cx="11533112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</a:p>
          <a:p>
            <a:pPr marL="514350" indent="-514350" eaLnBrk="1" hangingPunct="1">
              <a:lnSpc>
                <a:spcPct val="12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don’t think it’s necessary for parents to accompany their children _______ college.  </a:t>
            </a:r>
          </a:p>
          <a:p>
            <a:pPr marL="514350" indent="-514350">
              <a:lnSpc>
                <a:spcPct val="12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While she was singing on the stage, her mother was accompanying her _________ the piano. </a:t>
            </a:r>
          </a:p>
          <a:p>
            <a:pPr marL="514350" indent="-514350">
              <a:lnSpc>
                <a:spcPct val="12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school rules state that no child shall be allowed out of the school unless ____________ (accompany) by an adult.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897932" y="2445598"/>
            <a:ext cx="936104" cy="584775"/>
          </a:xfrm>
          <a:prstGeom prst="rect">
            <a:avLst/>
          </a:prstGeom>
          <a:noFill/>
          <a:ln>
            <a:noFill/>
          </a:ln>
          <a:effectLst>
            <a:outerShdw dist="35921" dir="2700000" sy="50000" kx="2115830" algn="bl" rotWithShape="0">
              <a:schemeClr val="bg2">
                <a:alpha val="8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430648" y="3597873"/>
            <a:ext cx="1828800" cy="584775"/>
          </a:xfrm>
          <a:prstGeom prst="rect">
            <a:avLst/>
          </a:prstGeom>
          <a:noFill/>
          <a:ln>
            <a:noFill/>
          </a:ln>
          <a:effectLst>
            <a:outerShdw dist="35921" dir="2700000" sy="50000" kx="2115830" algn="bl" rotWithShape="0">
              <a:schemeClr val="bg2">
                <a:alpha val="79999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/ on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251684" y="4755332"/>
            <a:ext cx="2880320" cy="584775"/>
          </a:xfrm>
          <a:prstGeom prst="rect">
            <a:avLst/>
          </a:prstGeom>
          <a:noFill/>
          <a:ln>
            <a:noFill/>
          </a:ln>
          <a:effectLst>
            <a:outerShdw dist="35921" dir="2700000" sy="50000" kx="2115830" algn="bl" rotWithShape="0">
              <a:schemeClr val="bg2">
                <a:alpha val="8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accompanied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Macintosh PowerPoint</Application>
  <PresentationFormat>Widescreen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宋体</vt:lpstr>
      <vt:lpstr>Times New Roman Bold Italic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78</cp:revision>
  <dcterms:created xsi:type="dcterms:W3CDTF">2024-05-31T00:53:22Z</dcterms:created>
  <dcterms:modified xsi:type="dcterms:W3CDTF">2026-07-23T00:52:37Z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C82BE47562B8043A19665C64BB70794A_42</vt:lpwstr>
  </property>
  <property fmtid="{D5CDD505-2E9C-101B-9397-08002B2CF9AE}" pid="3" name="KSOProductBuildVer">
    <vt:lpwstr>1033-6.7.1.8828</vt:lpwstr>
  </property>
</Properties>
</file>