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1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A3B0-3411-4158-BB89-CA63498BFAE8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7C3F-46BE-4159-B884-58AAD354C84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A3B0-3411-4158-BB89-CA63498BFAE8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7C3F-46BE-4159-B884-58AAD354C84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A3B0-3411-4158-BB89-CA63498BFAE8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7C3F-46BE-4159-B884-58AAD354C84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A3B0-3411-4158-BB89-CA63498BFAE8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7C3F-46BE-4159-B884-58AAD354C84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A3B0-3411-4158-BB89-CA63498BFAE8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7C3F-46BE-4159-B884-58AAD354C84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A3B0-3411-4158-BB89-CA63498BFAE8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7C3F-46BE-4159-B884-58AAD354C84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A3B0-3411-4158-BB89-CA63498BFAE8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7C3F-46BE-4159-B884-58AAD354C84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A3B0-3411-4158-BB89-CA63498BFAE8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7C3F-46BE-4159-B884-58AAD354C84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A3B0-3411-4158-BB89-CA63498BFAE8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7C3F-46BE-4159-B884-58AAD354C84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A3B0-3411-4158-BB89-CA63498BFAE8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7C3F-46BE-4159-B884-58AAD354C84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A3B0-3411-4158-BB89-CA63498BFAE8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7C3F-46BE-4159-B884-58AAD354C84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1A3B0-3411-4158-BB89-CA63498BFAE8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07C3F-46BE-4159-B884-58AAD354C84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0" y="0"/>
            <a:ext cx="12192000" cy="6587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flow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vi.</a:t>
            </a: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lost control and the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tears began to flow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Blood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flowed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from a cut on her head.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Constant streams of traffic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flowed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past.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车流不断通过。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Fear and excitement suddenly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flowed over me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突然我感到又恐惧又兴奋。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flow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r>
              <a:rPr lang="en-US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be felt strongly by sb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flow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n.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flow of goods and services</a:t>
            </a: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 to rural areas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鼓励信息自由交流</a:t>
            </a:r>
            <a:endParaRPr lang="en-US" sz="3200" b="1" dirty="0"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encourage the free flow of information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>
            <a:latin typeface="Times New Roman" panose="02020503050405090304" pitchFamily="18" charset="0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Times New Roman Bold</vt:lpstr>
      <vt:lpstr>Times New Roman Bold Italic</vt:lpstr>
      <vt:lpstr>Arial</vt:lpstr>
      <vt:lpstr>Calibri</vt:lpstr>
      <vt:lpstr>Calibri Light</vt:lpstr>
      <vt:lpstr>Times New Roman</vt:lpstr>
      <vt:lpstr>Office 主题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139</cp:revision>
  <dcterms:created xsi:type="dcterms:W3CDTF">2024-05-30T02:06:25Z</dcterms:created>
  <dcterms:modified xsi:type="dcterms:W3CDTF">2026-07-23T00:52:17Z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7E8233958CC85E37A0DE54642B644720_42</vt:lpwstr>
  </property>
  <property fmtid="{D5CDD505-2E9C-101B-9397-08002B2CF9AE}" pid="3" name="KSOProductBuildVer">
    <vt:lpwstr>1033-6.7.1.8828</vt:lpwstr>
  </property>
</Properties>
</file>