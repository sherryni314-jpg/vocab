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470" r:id="rId2"/>
    <p:sldId id="421" r:id="rId3"/>
    <p:sldId id="424" r:id="rId4"/>
    <p:sldId id="426" r:id="rId5"/>
    <p:sldId id="471" r:id="rId6"/>
    <p:sldId id="456" r:id="rId7"/>
    <p:sldId id="473" r:id="rId8"/>
    <p:sldId id="472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7DD4B"/>
    <a:srgbClr val="F7DD4C"/>
    <a:srgbClr val="FFFFFF"/>
    <a:srgbClr val="6600FF"/>
    <a:srgbClr val="F7FC7E"/>
    <a:srgbClr val="D9D9D9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74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712" y="184"/>
      </p:cViewPr>
      <p:guideLst>
        <p:guide orient="horz" pos="2160"/>
        <p:guide pos="392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行政费用</a:t>
            </a:r>
          </a:p>
          <a:p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公司的日常管理工作</a:t>
            </a:r>
          </a:p>
          <a:p>
            <a:r>
              <a:rPr lang="zh-CN" altLang="en-US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行政人员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她急切地端详着他的脸。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basis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朴素淡雅的连衣裙</a:t>
            </a:r>
          </a:p>
          <a:p>
            <a:r>
              <a:rPr lang="zh-CN" altLang="en-US"/>
              <a:t>清淡的食物、原味酸奶</a:t>
            </a:r>
          </a:p>
          <a:p>
            <a:r>
              <a:rPr lang="zh-CN" altLang="en-US"/>
              <a:t>用直白的语言</a:t>
            </a:r>
          </a:p>
          <a:p>
            <a:r>
              <a:rPr lang="zh-CN" altLang="en-US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他明确表示要我们离开。</a:t>
            </a:r>
            <a:endParaRPr lang="zh-CN" altLang="en-US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r>
              <a:rPr lang="zh-CN" altLang="en-US"/>
              <a:t>坦白讲</a:t>
            </a:r>
            <a:r>
              <a:rPr lang="en-US" altLang="zh-CN"/>
              <a:t> be plain about sth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5270" y="226060"/>
            <a:ext cx="1140587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一种世界通用语言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人们普遍认为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It is __________ accepted that ..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universality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普遍性</a:t>
            </a: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crucial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crucial to/for sth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……是至关重要的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_________ important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一个关键因素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crucial that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 sb 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(should)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do sth.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678555" y="2260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universal language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667760" y="7715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universally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805305" y="2560955"/>
            <a:ext cx="46437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vital, critical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818890" y="37020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be of crucial importance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048000" y="48602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crucial factor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91795" y="4391025"/>
            <a:ext cx="404114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crucially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0"/>
            <a:ext cx="11984355" cy="312674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一颗新的人造卫星被送上了环绕地球的</a:t>
            </a:r>
            <a:r>
              <a:rPr lang="zh-CN" altLang="en-US" sz="3200" b="1" u="sng">
                <a:latin typeface="Times New Roman Regular" panose="02020503050405090304" charset="0"/>
                <a:cs typeface="Times New Roman Regular" panose="02020503050405090304" charset="0"/>
              </a:rPr>
              <a:t>轨道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A new satellite has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been put/launched into orbit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around the earth.</a:t>
            </a: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a space station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orbit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 round the moon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在轨道上</a:t>
            </a: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 earth takes a year to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orbit (around)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the sun.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orbiting</a:t>
            </a: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Five-hundred-meter Aperture Spherical radio Telescope </a:t>
            </a:r>
          </a:p>
          <a:p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500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米口径球面射电望远镜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" y="3898900"/>
            <a:ext cx="3095625" cy="22840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4690"/>
          <a:stretch>
            <a:fillRect/>
          </a:stretch>
        </p:blipFill>
        <p:spPr>
          <a:xfrm>
            <a:off x="5436235" y="3608705"/>
            <a:ext cx="5652770" cy="287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235" y="3126740"/>
            <a:ext cx="5652770" cy="3709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1655" y="405130"/>
            <a:ext cx="1086993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1320" indent="-40132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merely</a:t>
            </a:r>
          </a:p>
          <a:p>
            <a:pPr marL="401320" indent="-40132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took her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mere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20 minutes to work it out. </a:t>
            </a:r>
          </a:p>
          <a:p>
            <a:pPr marL="401320" indent="-40132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mere thought of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eating made her feel sick. </a:t>
            </a:r>
          </a:p>
          <a:p>
            <a:pPr marL="401320" indent="-40132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她一想到吃饭就觉得恶心。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marL="401320" indent="-40132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他的在场就足以让她感到害怕了。</a:t>
            </a:r>
          </a:p>
          <a:p>
            <a:pPr marL="401320" indent="-40132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 _____ ________ made her feel afraid.</a:t>
            </a:r>
          </a:p>
          <a:p>
            <a:pPr marL="401320" indent="-40132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merest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hint of smoke is enough to make her feel ill.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024380" y="405130"/>
            <a:ext cx="46437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only, simply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72135" y="335788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His     mere  presence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145" y="322580"/>
            <a:ext cx="1165352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admin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管理，行政</a:t>
            </a: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Trump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Administration</a:t>
            </a: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administration costs</a:t>
            </a: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day-to-day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administration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a company</a:t>
            </a: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administrator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administrative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assistant</a:t>
            </a: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administer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管理，治理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charity/justice/the law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advertising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agency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travel agency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旅行社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78460" indent="-37846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travel agent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旅行代理人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350" y="290195"/>
            <a:ext cx="1193228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committee _______________________ ten members.</a:t>
            </a:r>
          </a:p>
          <a:p>
            <a:pPr>
              <a:lnSpc>
                <a:spcPct val="120000"/>
              </a:lnSpc>
            </a:pP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老年人在那些生活贫困的人中占有很大的比例。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Older people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comprise a large proportion of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those living in poverty. </a:t>
            </a:r>
          </a:p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make up/account for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048000" y="290195"/>
            <a:ext cx="48088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is comprised of/comprises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065780" y="826770"/>
            <a:ext cx="4808855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is made up of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is composed of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consists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350" y="290195"/>
            <a:ext cx="1193228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scanned (through)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list quickly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for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my name.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快速浏览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glance at/through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scanned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his face anxiously. 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细看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examine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chemeClr val="tx1"/>
                </a:solidFill>
                <a:sym typeface="+mn-ea"/>
              </a:rPr>
              <a:t>She 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had a quick scan of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 the list.</a:t>
            </a:r>
            <a:endParaRPr lang="en-US" altLang="zh-CN" sz="3200" b="1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扫描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扫描你的大脑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048000" y="3215640"/>
            <a:ext cx="609600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have your brain scanned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have a brain scan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350" y="208280"/>
            <a:ext cx="1193228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foundation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builders are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laying the foundations of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the new school.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尊重是婚姻的牢固基础。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Respect provides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solid foundation for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marriage.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rumour is totally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without foundation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organization has grown enormously since its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foundation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 1955.</a:t>
            </a:r>
          </a:p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founding, establishment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350" y="208280"/>
            <a:ext cx="1193228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plain to see /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It is plain that …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is a liar,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plain and simple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plain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 elegent dress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plain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food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made it plain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(to sb) that we should leave.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明确表示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to be plain with you,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...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plain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words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politician with a reputation for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plain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speaking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说话直率出了名的一个政治人物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plains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VjNTg1NWY5YmE2NjUxYTYxOTBjNGY1OGQxMDMyO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2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Macintosh PowerPoint</Application>
  <PresentationFormat>Widescreen</PresentationFormat>
  <Paragraphs>89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Qing NI</cp:lastModifiedBy>
  <cp:revision>346</cp:revision>
  <dcterms:created xsi:type="dcterms:W3CDTF">2025-03-07T06:31:34Z</dcterms:created>
  <dcterms:modified xsi:type="dcterms:W3CDTF">2026-07-23T01:10:40Z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1033-7.2.2.8955</vt:lpwstr>
  </property>
  <property fmtid="{D5CDD505-2E9C-101B-9397-08002B2CF9AE}" pid="3" name="ICV">
    <vt:lpwstr>4CEEE7A81AD24319A73B31228521221E</vt:lpwstr>
  </property>
</Properties>
</file>